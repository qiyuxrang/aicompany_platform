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园区安全接入与集中审计三件套（代表性草稿）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172B4D"/>
                </a:solidFill>
              </a:rPr>
              <a:t>待人工审核草稿</a:t>
            </a:r>
          </a:p>
          <a:p>
            <a:r>
              <a:rPr sz="1900">
                <a:solidFill>
                  <a:srgbClr val="172B4D"/>
                </a:solidFill>
              </a:rPr>
              <a:t>简版内容草稿引擎；非 PPT Master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Pair SHA256=acaf50c298fc5151767d8782e8b83a1062eda061b42042d6cc2e74443a8e14dc</a:t>
            </a:r>
          </a:p>
          <a:p>
            <a:r>
              <a:rPr sz="1000">
                <a:solidFill>
                  <a:srgbClr val="46505F"/>
                </a:solidFill>
              </a:rPr>
              <a:t>technical-solution v1 | SHA256=41c9d436c05c7dc83868177ebe387fec4098201f1974f94ca66793e070fa645e</a:t>
            </a:r>
          </a:p>
          <a:p>
            <a:r>
              <a:rPr sz="1000">
                <a:solidFill>
                  <a:srgbClr val="46505F"/>
                </a:solidFill>
              </a:rPr>
              <a:t>feasibility v1 | SHA256=00b8f906abeeec4849f4554264da55cad59279dde146cfab14e8e9ae638f74ed</a:t>
            </a:r>
          </a:p>
          <a:p>
            <a:r>
              <a:rPr sz="1000">
                <a:solidFill>
                  <a:srgbClr val="46505F"/>
                </a:solidFill>
              </a:rPr>
              <a:t>第 1 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技术方案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172B4D"/>
                </a:solidFill>
              </a:rPr>
              <a:t>技术方案的本节主题为现状与建设必要性。现网双链路需要统一远程接入控制与集中审计，设备事实范围为2台网关和1套审计节点。围绕现状与建设必要性展开时，需要把输入事实、方案推断和待确认事项分开记录，并保持每一项结论可以回到来源资料。所有设备名称和数量均以输入清单为准，不新增未提供的设备、规格、地址或责任人。建设成本、运维成本和收益资料尚未提供，因此本段不形成投资回报或成本节约判断。</a:t>
            </a:r>
          </a:p>
          <a:p/>
          <a:p>
            <a:r>
              <a:rPr sz="1900">
                <a:solidFill>
                  <a:srgbClr val="172B4D"/>
                </a:solidFill>
              </a:rPr>
              <a:t>围绕现状与建设必要性展开时，需要把输入事实、方案推断和待确认事项分开记录，并保持每一项结论可以回到来源资料。日志留存口径仍存在冲突，正文只描述待确认事项，不将任一口径写成已经批准的结论。实施窗口和双链路条件来自项目背景，具体切换步骤仍须由项目负责人结合现场核对。本段保留回退、验证和责任确认要求，避免把压力验收文字当作正式施工指令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内容块：technical-solution:Cb6451cc6dd815a950de3dcc4P1、technical-solution:Cb6451cc6dd815a950de3dcc4P2</a:t>
            </a:r>
          </a:p>
          <a:p>
            <a:r>
              <a:rPr sz="1000">
                <a:solidFill>
                  <a:srgbClr val="46505F"/>
                </a:solidFill>
              </a:rPr>
              <a:t>来源版本：technical-solution v1 | SHA256=41c9d436c05c7dc83868177ebe387fec4098201f1974f94ca66793e070fa645e</a:t>
            </a:r>
          </a:p>
          <a:p>
            <a:r>
              <a:rPr sz="1000">
                <a:solidFill>
                  <a:srgbClr val="46505F"/>
                </a:solidFill>
              </a:rPr>
              <a:t>第 2 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技术方案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172B4D"/>
                </a:solidFill>
              </a:rPr>
              <a:t>建设成本、运维成本和收益资料尚未提供，因此本段不形成投资回报或成本节约判断。每项建议属于待审核的方案推断，只有来源事实、约束条件和人工决定共同满足后才能执行。所有设备名称和数量均以输入清单为准，不新增未提供的设备、规格、地址或责任人。对现状与建设必要性的描述采用分阶段核对方式，先确认现状和边界，再记录实施条件，最终由人工审核决定是否进入后续交付。</a:t>
            </a:r>
          </a:p>
          <a:p/>
          <a:p>
            <a:r>
              <a:rPr sz="1900">
                <a:solidFill>
                  <a:srgbClr val="172B4D"/>
                </a:solidFill>
              </a:rPr>
              <a:t>本段保留回退、验证和责任确认要求，避免把压力验收文字当作正式施工指令。日志留存口径仍存在冲突，正文只描述待确认事项，不将任一口径写成已经批准的结论。对现状与建设必要性的描述采用分阶段核对方式，先确认现状和边界，再记录实施条件，最终由人工审核决定是否进入后续交付。技术方案的本节主题为现状与建设必要性。现网双链路需要统一远程接入控制与集中审计，设备事实范围为2台网关和1套审计节点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内容块：technical-solution:Cb6451cc6dd815a950de3dcc4P3、technical-solution:Cb6451cc6dd815a950de3dcc4P4</a:t>
            </a:r>
          </a:p>
          <a:p>
            <a:r>
              <a:rPr sz="1000">
                <a:solidFill>
                  <a:srgbClr val="46505F"/>
                </a:solidFill>
              </a:rPr>
              <a:t>来源版本：technical-solution v1 | SHA256=41c9d436c05c7dc83868177ebe387fec4098201f1974f94ca66793e070fa645e</a:t>
            </a:r>
          </a:p>
          <a:p>
            <a:r>
              <a:rPr sz="1000">
                <a:solidFill>
                  <a:srgbClr val="46505F"/>
                </a:solidFill>
              </a:rPr>
              <a:t>第 3 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技术方案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172B4D"/>
                </a:solidFill>
              </a:rPr>
              <a:t>建设成本、运维成本和收益资料尚未提供，因此本段不形成投资回报或成本节约判断。对现状与建设必要性的描述采用分阶段核对方式，先确认现状和边界，再记录实施条件，最终由人工审核决定是否进入后续交付。技术方案的本节主题为现状与建设必要性。现网双链路需要统一远程接入控制与集中审计，设备事实范围为2台网关和1套审计节点。</a:t>
            </a:r>
          </a:p>
          <a:p/>
          <a:p>
            <a:r>
              <a:rPr sz="1900">
                <a:solidFill>
                  <a:srgbClr val="172B4D"/>
                </a:solidFill>
              </a:rPr>
              <a:t>对现状与建设必要性的描述采用分阶段核对方式，先确认现状和边界，再记录实施条件，最终由人工审核决定是否进入后续交付。技术方案的本节主题为现状与建设必要性。现网双链路需要统一远程接入控制与集中审计，设备事实范围为2台网关和1套审计节点。围绕现状与建设必要性展开时，需要把输入事实、方案推断和待确认事项分开记录，并保持每一项结论可以回到来源资料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内容块：technical-solution:Cb6451cc6dd815a950de3dcc4P5、technical-solution:Cb6451cc6dd815a950de3dcc4P6</a:t>
            </a:r>
          </a:p>
          <a:p>
            <a:r>
              <a:rPr sz="1000">
                <a:solidFill>
                  <a:srgbClr val="46505F"/>
                </a:solidFill>
              </a:rPr>
              <a:t>来源版本：technical-solution v1 | SHA256=41c9d436c05c7dc83868177ebe387fec4098201f1974f94ca66793e070fa645e</a:t>
            </a:r>
          </a:p>
          <a:p>
            <a:r>
              <a:rPr sz="1000">
                <a:solidFill>
                  <a:srgbClr val="46505F"/>
                </a:solidFill>
              </a:rPr>
              <a:t>第 4 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技术方案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172B4D"/>
                </a:solidFill>
              </a:rPr>
              <a:t>技术方案的本节主题为备选技术路线。技术路线A为现网旁挂并行验证，路线B为窗口内直接切换；建议A属于工程推断，须人工确认。围绕备选技术路线展开时，需要把输入事实、方案推断和待确认事项分开记录，并保持每一项结论可以回到来源资料。所有设备名称和数量均以输入清单为准，不新增未提供的设备、规格、地址或责任人。建设成本、运维成本和收益资料尚未提供，因此本段不形成投资回报或成本节约判断。</a:t>
            </a:r>
          </a:p>
          <a:p/>
          <a:p>
            <a:r>
              <a:rPr sz="1900">
                <a:solidFill>
                  <a:srgbClr val="172B4D"/>
                </a:solidFill>
              </a:rPr>
              <a:t>围绕备选技术路线展开时，需要把输入事实、方案推断和待确认事项分开记录，并保持每一项结论可以回到来源资料。日志留存口径仍存在冲突，正文只描述待确认事项，不将任一口径写成已经批准的结论。实施窗口和双链路条件来自项目背景，具体切换步骤仍须由项目负责人结合现场核对。本段保留回退、验证和责任确认要求，避免把压力验收文字当作正式施工指令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内容块：technical-solution:C8a1eb106427026fd9f7daef2P1、technical-solution:C8a1eb106427026fd9f7daef2P2</a:t>
            </a:r>
          </a:p>
          <a:p>
            <a:r>
              <a:rPr sz="1000">
                <a:solidFill>
                  <a:srgbClr val="46505F"/>
                </a:solidFill>
              </a:rPr>
              <a:t>来源版本：technical-solution v1 | SHA256=41c9d436c05c7dc83868177ebe387fec4098201f1974f94ca66793e070fa645e</a:t>
            </a:r>
          </a:p>
          <a:p>
            <a:r>
              <a:rPr sz="1000">
                <a:solidFill>
                  <a:srgbClr val="46505F"/>
                </a:solidFill>
              </a:rPr>
              <a:t>第 5 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技术方案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172B4D"/>
                </a:solidFill>
              </a:rPr>
              <a:t>建设成本、运维成本和收益资料尚未提供，因此本段不形成投资回报或成本节约判断。每项建议属于待审核的方案推断，只有来源事实、约束条件和人工决定共同满足后才能执行。所有设备名称和数量均以输入清单为准，不新增未提供的设备、规格、地址或责任人。对备选技术路线的描述采用分阶段核对方式，先确认现状和边界，再记录实施条件，最终由人工审核决定是否进入后续交付。技术方案的本节主题为备选技术路线。</a:t>
            </a:r>
          </a:p>
          <a:p/>
          <a:p>
            <a:r>
              <a:rPr sz="1900">
                <a:solidFill>
                  <a:srgbClr val="172B4D"/>
                </a:solidFill>
              </a:rPr>
              <a:t>本段保留回退、验证和责任确认要求，避免把压力验收文字当作正式施工指令。日志留存口径仍存在冲突，正文只描述待确认事项，不将任一口径写成已经批准的结论。对备选技术路线的描述采用分阶段核对方式，先确认现状和边界，再记录实施条件，最终由人工审核决定是否进入后续交付。技术方案的本节主题为备选技术路线。技术路线A为现网旁挂并行验证，路线B为窗口内直接切换；建议A属于工程推断，须人工确认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内容块：technical-solution:C8a1eb106427026fd9f7daef2P3、technical-solution:C8a1eb106427026fd9f7daef2P4</a:t>
            </a:r>
          </a:p>
          <a:p>
            <a:r>
              <a:rPr sz="1000">
                <a:solidFill>
                  <a:srgbClr val="46505F"/>
                </a:solidFill>
              </a:rPr>
              <a:t>来源版本：technical-solution v1 | SHA256=41c9d436c05c7dc83868177ebe387fec4098201f1974f94ca66793e070fa645e</a:t>
            </a:r>
          </a:p>
          <a:p>
            <a:r>
              <a:rPr sz="1000">
                <a:solidFill>
                  <a:srgbClr val="46505F"/>
                </a:solidFill>
              </a:rPr>
              <a:t>第 6 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技术方案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172B4D"/>
                </a:solidFill>
              </a:rPr>
              <a:t>建设成本、运维成本和收益资料尚未提供，因此本段不形成投资回报或成本节约判断。对备选技术路线的描述采用分阶段核对方式，先确认现状和边界，再记录实施条件，最终由人工审核决定是否进入后续交付。技术方案的本节主题为备选技术路线。技术路线A为现网旁挂并行验证，路线B为窗口内直接切换；建议A属于工程推断，须人工确认。</a:t>
            </a:r>
          </a:p>
          <a:p/>
          <a:p>
            <a:r>
              <a:rPr sz="1900">
                <a:solidFill>
                  <a:srgbClr val="172B4D"/>
                </a:solidFill>
              </a:rPr>
              <a:t>对备选技术路线的描述采用分阶段核对方式，先确认现状和边界，再记录实施条件，最终由人工审核决定是否进入后续交付。技术方案的本节主题为备选技术路线。技术路线A为现网旁挂并行验证，路线B为窗口内直接切换；建议A属于工程推断，须人工确认。围绕备选技术路线展开时，需要把输入事实、方案推断和待确认事项分开记录，并保持每一项结论可以回到来源资料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内容块：technical-solution:C8a1eb106427026fd9f7daef2P5、technical-solution:C8a1eb106427026fd9f7daef2P6</a:t>
            </a:r>
          </a:p>
          <a:p>
            <a:r>
              <a:rPr sz="1000">
                <a:solidFill>
                  <a:srgbClr val="46505F"/>
                </a:solidFill>
              </a:rPr>
              <a:t>来源版本：technical-solution v1 | SHA256=41c9d436c05c7dc83868177ebe387fec4098201f1974f94ca66793e070fa645e</a:t>
            </a:r>
          </a:p>
          <a:p>
            <a:r>
              <a:rPr sz="1000">
                <a:solidFill>
                  <a:srgbClr val="46505F"/>
                </a:solidFill>
              </a:rPr>
              <a:t>第 7 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技术方案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172B4D"/>
                </a:solidFill>
              </a:rPr>
              <a:t>技术方案的本节主题为实施条件与技术方案。按准备、并行验证、分步迁移和回退确认实施；最终IP和运维责任人确认前不得进入正式切换。围绕实施条件与技术方案展开时，需要把输入事实、方案推断和待确认事项分开记录，并保持每一项结论可以回到来源资料。所有设备名称和数量均以输入清单为准，不新增未提供的设备、规格、地址或责任人。</a:t>
            </a:r>
          </a:p>
          <a:p/>
          <a:p>
            <a:r>
              <a:rPr sz="1900">
                <a:solidFill>
                  <a:srgbClr val="172B4D"/>
                </a:solidFill>
              </a:rPr>
              <a:t>围绕实施条件与技术方案展开时，需要把输入事实、方案推断和待确认事项分开记录，并保持每一项结论可以回到来源资料。日志留存口径仍存在冲突，正文只描述待确认事项，不将任一口径写成已经批准的结论。实施窗口和双链路条件来自项目背景，具体切换步骤仍须由项目负责人结合现场核对。本段保留回退、验证和责任确认要求，避免把压力验收文字当作正式施工指令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内容块：technical-solution:C562a77a7ae22fe1bb05561dfP1、technical-solution:C562a77a7ae22fe1bb05561dfP2</a:t>
            </a:r>
          </a:p>
          <a:p>
            <a:r>
              <a:rPr sz="1000">
                <a:solidFill>
                  <a:srgbClr val="46505F"/>
                </a:solidFill>
              </a:rPr>
              <a:t>来源版本：technical-solution v1 | SHA256=41c9d436c05c7dc83868177ebe387fec4098201f1974f94ca66793e070fa645e</a:t>
            </a:r>
          </a:p>
          <a:p>
            <a:r>
              <a:rPr sz="1000">
                <a:solidFill>
                  <a:srgbClr val="46505F"/>
                </a:solidFill>
              </a:rPr>
              <a:t>第 8 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技术方案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172B4D"/>
                </a:solidFill>
              </a:rPr>
              <a:t>建设成本、运维成本和收益资料尚未提供，因此本段不形成投资回报或成本节约判断。每项建议属于待审核的方案推断，只有来源事实、约束条件和人工决定共同满足后才能执行。所有设备名称和数量均以输入清单为准，不新增未提供的设备、规格、地址或责任人。对实施条件与技术方案的描述采用分阶段核对方式，先确认现状和边界，再记录实施条件，最终由人工审核决定是否进入后续交付。</a:t>
            </a:r>
          </a:p>
          <a:p/>
          <a:p>
            <a:r>
              <a:rPr sz="1900">
                <a:solidFill>
                  <a:srgbClr val="172B4D"/>
                </a:solidFill>
              </a:rPr>
              <a:t>本段保留回退、验证和责任确认要求，避免把压力验收文字当作正式施工指令。日志留存口径仍存在冲突，正文只描述待确认事项，不将任一口径写成已经批准的结论。对实施条件与技术方案的描述采用分阶段核对方式，先确认现状和边界，再记录实施条件，最终由人工审核决定是否进入后续交付。技术方案的本节主题为实施条件与技术方案。按准备、并行验证、分步迁移和回退确认实施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内容块：technical-solution:C562a77a7ae22fe1bb05561dfP3、technical-solution:C562a77a7ae22fe1bb05561dfP4</a:t>
            </a:r>
          </a:p>
          <a:p>
            <a:r>
              <a:rPr sz="1000">
                <a:solidFill>
                  <a:srgbClr val="46505F"/>
                </a:solidFill>
              </a:rPr>
              <a:t>来源版本：technical-solution v1 | SHA256=41c9d436c05c7dc83868177ebe387fec4098201f1974f94ca66793e070fa645e</a:t>
            </a:r>
          </a:p>
          <a:p>
            <a:r>
              <a:rPr sz="1000">
                <a:solidFill>
                  <a:srgbClr val="46505F"/>
                </a:solidFill>
              </a:rPr>
              <a:t>第 9 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技术方案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172B4D"/>
                </a:solidFill>
              </a:rPr>
              <a:t>建设成本、运维成本和收益资料尚未提供，因此本段不形成投资回报或成本节约判断。对实施条件与技术方案的描述采用分阶段核对方式，先确认现状和边界，再记录实施条件，最终由人工审核决定是否进入后续交付。技术方案的本节主题为实施条件与技术方案。按准备、并行验证、分步迁移和回退确认实施；最终IP和运维责任人确认前不得进入正式切换。</a:t>
            </a:r>
          </a:p>
          <a:p/>
          <a:p>
            <a:r>
              <a:rPr sz="1900">
                <a:solidFill>
                  <a:srgbClr val="172B4D"/>
                </a:solidFill>
              </a:rPr>
              <a:t>技术方案的本节主题为风险与控制。日志留存口径冲突会影响存储配置和验收，必须在正式实施前统一。围绕风险与控制展开时，需要把输入事实、方案推断和待确认事项分开记录，并保持每一项结论可以回到来源资料。所有设备名称和数量均以输入清单为准，不新增未提供的设备、规格、地址或责任人。建设成本、运维成本和收益资料尚未提供，因此本段不形成投资回报或成本节约判断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内容块：technical-solution:C562a77a7ae22fe1bb05561dfP5、technical-solution:C37c48e35b50ae9c90981b34bP1</a:t>
            </a:r>
          </a:p>
          <a:p>
            <a:r>
              <a:rPr sz="1000">
                <a:solidFill>
                  <a:srgbClr val="46505F"/>
                </a:solidFill>
              </a:rPr>
              <a:t>来源版本：technical-solution v1 | SHA256=41c9d436c05c7dc83868177ebe387fec4098201f1974f94ca66793e070fa645e</a:t>
            </a:r>
          </a:p>
          <a:p>
            <a:r>
              <a:rPr sz="1000">
                <a:solidFill>
                  <a:srgbClr val="46505F"/>
                </a:solidFill>
              </a:rPr>
              <a:t>第 10 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技术方案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172B4D"/>
                </a:solidFill>
              </a:rPr>
              <a:t>围绕风险与控制展开时，需要把输入事实、方案推断和待确认事项分开记录，并保持每一项结论可以回到来源资料。日志留存口径仍存在冲突，正文只描述待确认事项，不将任一口径写成已经批准的结论。实施窗口和双链路条件来自项目背景，具体切换步骤仍须由项目负责人结合现场核对。本段保留回退、验证和责任确认要求，避免把压力验收文字当作正式施工指令。</a:t>
            </a:r>
          </a:p>
          <a:p/>
          <a:p>
            <a:r>
              <a:rPr sz="1900">
                <a:solidFill>
                  <a:srgbClr val="172B4D"/>
                </a:solidFill>
              </a:rPr>
              <a:t>建设成本、运维成本和收益资料尚未提供，因此本段不形成投资回报或成本节约判断。每项建议属于待审核的方案推断，只有来源事实、约束条件和人工决定共同满足后才能执行。所有设备名称和数量均以输入清单为准，不新增未提供的设备、规格、地址或责任人。对风险与控制的描述采用分阶段核对方式，先确认现状和边界，再记录实施条件，最终由人工审核决定是否进入后续交付。技术方案的本节主题为风险与控制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内容块：technical-solution:C37c48e35b50ae9c90981b34bP2、technical-solution:C37c48e35b50ae9c90981b34bP3</a:t>
            </a:r>
          </a:p>
          <a:p>
            <a:r>
              <a:rPr sz="1000">
                <a:solidFill>
                  <a:srgbClr val="46505F"/>
                </a:solidFill>
              </a:rPr>
              <a:t>来源版本：technical-solution v1 | SHA256=41c9d436c05c7dc83868177ebe387fec4098201f1974f94ca66793e070fa645e</a:t>
            </a:r>
          </a:p>
          <a:p>
            <a:r>
              <a:rPr sz="1000">
                <a:solidFill>
                  <a:srgbClr val="46505F"/>
                </a:solidFill>
              </a:rPr>
              <a:t>第 11 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技术方案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172B4D"/>
                </a:solidFill>
              </a:rPr>
              <a:t>本段保留回退、验证和责任确认要求，避免把压力验收文字当作正式施工指令。日志留存口径仍存在冲突，正文只描述待确认事项，不将任一口径写成已经批准的结论。对风险与控制的描述采用分阶段核对方式，先确认现状和边界，再记录实施条件，最终由人工审核决定是否进入后续交付。技术方案的本节主题为风险与控制。日志留存口径冲突会影响存储配置和验收，必须在正式实施前统一。</a:t>
            </a:r>
          </a:p>
          <a:p/>
          <a:p>
            <a:r>
              <a:rPr sz="1900">
                <a:solidFill>
                  <a:srgbClr val="172B4D"/>
                </a:solidFill>
              </a:rPr>
              <a:t>建设成本、运维成本和收益资料尚未提供，因此本段不形成投资回报或成本节约判断。对风险与控制的描述采用分阶段核对方式，先确认现状和边界，再记录实施条件，最终由人工审核决定是否进入后续交付。技术方案的本节主题为风险与控制。日志留存口径冲突会影响存储配置和验收，必须在正式实施前统一。围绕风险与控制展开时，需要把输入事实、方案推断和待确认事项分开记录，并保持每一项结论可以回到来源资料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内容块：technical-solution:C37c48e35b50ae9c90981b34bP4、technical-solution:C37c48e35b50ae9c90981b34bP5</a:t>
            </a:r>
          </a:p>
          <a:p>
            <a:r>
              <a:rPr sz="1000">
                <a:solidFill>
                  <a:srgbClr val="46505F"/>
                </a:solidFill>
              </a:rPr>
              <a:t>来源版本：technical-solution v1 | SHA256=41c9d436c05c7dc83868177ebe387fec4098201f1974f94ca66793e070fa645e</a:t>
            </a:r>
          </a:p>
          <a:p>
            <a:r>
              <a:rPr sz="1000">
                <a:solidFill>
                  <a:srgbClr val="46505F"/>
                </a:solidFill>
              </a:rPr>
              <a:t>第 12 页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技术方案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172B4D"/>
                </a:solidFill>
              </a:rPr>
              <a:t>对风险与控制的描述采用分阶段核对方式，先确认现状和边界，再记录实施条件，最终由人工审核决定是否进入后续交付。技术方案的本节主题为风险与控制。日志留存口径冲突会影响存储配置和验收，必须在正式实施前统一。围绕风险与控制展开时，需要把输入事实、方案推断和待确认事项分开记录，并保持每一项结论可以回到来源资料。本段保留回退、验证和责任确认要求，避免把压力验收文字当作正式施工指令。</a:t>
            </a:r>
          </a:p>
          <a:p/>
          <a:p>
            <a:r>
              <a:rPr sz="1900">
                <a:solidFill>
                  <a:srgbClr val="172B4D"/>
                </a:solidFill>
              </a:rPr>
              <a:t>技术方案的本节主题为经济资料边界。技术方案不承担经济结论；当前未取得经核实的成本或收益依据。围绕经济资料边界展开时，需要把输入事实、方案推断和待确认事项分开记录，并保持每一项结论可以回到来源资料。所有设备名称和数量均以输入清单为准，不新增未提供的设备、规格、地址或责任人。建设成本、运维成本和收益资料尚未提供，因此本段不形成投资回报或成本节约判断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内容块：technical-solution:C37c48e35b50ae9c90981b34bP6、technical-solution:C5e9ad751b5e6102bb17b687eP1</a:t>
            </a:r>
          </a:p>
          <a:p>
            <a:r>
              <a:rPr sz="1000">
                <a:solidFill>
                  <a:srgbClr val="46505F"/>
                </a:solidFill>
              </a:rPr>
              <a:t>来源版本：technical-solution v1 | SHA256=41c9d436c05c7dc83868177ebe387fec4098201f1974f94ca66793e070fa645e</a:t>
            </a:r>
          </a:p>
          <a:p>
            <a:r>
              <a:rPr sz="1000">
                <a:solidFill>
                  <a:srgbClr val="46505F"/>
                </a:solidFill>
              </a:rPr>
              <a:t>第 13 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技术方案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172B4D"/>
                </a:solidFill>
              </a:rPr>
              <a:t>围绕经济资料边界展开时，需要把输入事实、方案推断和待确认事项分开记录，并保持每一项结论可以回到来源资料。日志留存口径仍存在冲突，正文只描述待确认事项，不将任一口径写成已经批准的结论。实施窗口和双链路条件来自项目背景，具体切换步骤仍须由项目负责人结合现场核对。本段保留回退、验证和责任确认要求，避免把压力验收文字当作正式施工指令。</a:t>
            </a:r>
          </a:p>
          <a:p/>
          <a:p>
            <a:r>
              <a:rPr sz="1900">
                <a:solidFill>
                  <a:srgbClr val="172B4D"/>
                </a:solidFill>
              </a:rPr>
              <a:t>建设成本、运维成本和收益资料尚未提供，因此本段不形成投资回报或成本节约判断。每项建议属于待审核的方案推断，只有来源事实、约束条件和人工决定共同满足后才能执行。所有设备名称和数量均以输入清单为准，不新增未提供的设备、规格、地址或责任人。对经济资料边界的描述采用分阶段核对方式，先确认现状和边界，再记录实施条件，最终由人工审核决定是否进入后续交付。技术方案的本节主题为经济资料边界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内容块：technical-solution:C5e9ad751b5e6102bb17b687eP2、technical-solution:C5e9ad751b5e6102bb17b687eP3</a:t>
            </a:r>
          </a:p>
          <a:p>
            <a:r>
              <a:rPr sz="1000">
                <a:solidFill>
                  <a:srgbClr val="46505F"/>
                </a:solidFill>
              </a:rPr>
              <a:t>来源版本：technical-solution v1 | SHA256=41c9d436c05c7dc83868177ebe387fec4098201f1974f94ca66793e070fa645e</a:t>
            </a:r>
          </a:p>
          <a:p>
            <a:r>
              <a:rPr sz="1000">
                <a:solidFill>
                  <a:srgbClr val="46505F"/>
                </a:solidFill>
              </a:rPr>
              <a:t>第 14 页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技术方案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172B4D"/>
                </a:solidFill>
              </a:rPr>
              <a:t>本段保留回退、验证和责任确认要求，避免把压力验收文字当作正式施工指令。日志留存口径仍存在冲突，正文只描述待确认事项，不将任一口径写成已经批准的结论。对经济资料边界的描述采用分阶段核对方式，先确认现状和边界，再记录实施条件，最终由人工审核决定是否进入后续交付。技术方案的本节主题为经济资料边界。技术方案不承担经济结论；当前未取得经核实的成本或收益依据。</a:t>
            </a:r>
          </a:p>
          <a:p/>
          <a:p>
            <a:r>
              <a:rPr sz="1900">
                <a:solidFill>
                  <a:srgbClr val="172B4D"/>
                </a:solidFill>
              </a:rPr>
              <a:t>建设成本、运维成本和收益资料尚未提供，因此本段不形成投资回报或成本节约判断。对经济资料边界的描述采用分阶段核对方式，先确认现状和边界，再记录实施条件，最终由人工审核决定是否进入后续交付。技术方案的本节主题为经济资料边界。技术方案不承担经济结论；当前未取得经核实的成本或收益依据。围绕经济资料边界展开时，需要把输入事实、方案推断和待确认事项分开记录，并保持每一项结论可以回到来源资料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内容块：technical-solution:C5e9ad751b5e6102bb17b687eP4、technical-solution:C5e9ad751b5e6102bb17b687eP5</a:t>
            </a:r>
          </a:p>
          <a:p>
            <a:r>
              <a:rPr sz="1000">
                <a:solidFill>
                  <a:srgbClr val="46505F"/>
                </a:solidFill>
              </a:rPr>
              <a:t>来源版本：technical-solution v1 | SHA256=41c9d436c05c7dc83868177ebe387fec4098201f1974f94ca66793e070fa645e</a:t>
            </a:r>
          </a:p>
          <a:p>
            <a:r>
              <a:rPr sz="1000">
                <a:solidFill>
                  <a:srgbClr val="46505F"/>
                </a:solidFill>
              </a:rPr>
              <a:t>第 15 页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技术方案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172B4D"/>
                </a:solidFill>
              </a:rPr>
              <a:t>对经济资料边界的描述采用分阶段核对方式，先确认现状和边界，再记录实施条件，最终由人工审核决定是否进入后续交付。技术方案的本节主题为经济资料边界。技术方案不承担经济结论；当前未取得经核实的成本或收益依据。围绕经济资料边界展开时，需要把输入事实、方案推断和待确认事项分开记录，并保持每一项结论可以回到来源资料。本段保留回退、验证和责任确认要求，避免把压力验收文字当作正式施工指令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内容块：technical-solution:C5e9ad751b5e6102bb17b687eP6</a:t>
            </a:r>
          </a:p>
          <a:p>
            <a:r>
              <a:rPr sz="1000">
                <a:solidFill>
                  <a:srgbClr val="46505F"/>
                </a:solidFill>
              </a:rPr>
              <a:t>来源版本：technical-solution v1 | SHA256=41c9d436c05c7dc83868177ebe387fec4098201f1974f94ca66793e070fa645e</a:t>
            </a:r>
          </a:p>
          <a:p>
            <a:r>
              <a:rPr sz="1000">
                <a:solidFill>
                  <a:srgbClr val="46505F"/>
                </a:solidFill>
              </a:rPr>
              <a:t>第 16 页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可行性研究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172B4D"/>
                </a:solidFill>
              </a:rPr>
              <a:t>可行性研究报告的本节主题为现状与建设必要性。统一接入控制和审计追溯具有建设必要性；该判断仅基于已提供的控制目标，不扩大为收益结论。围绕现状与建设必要性展开时，需要把输入事实、方案推断和待确认事项分开记录，并保持每一项结论可以回到来源资料。所有设备名称和数量均以输入清单为准，不新增未提供的设备、规格、地址或责任人。</a:t>
            </a:r>
          </a:p>
          <a:p/>
          <a:p>
            <a:r>
              <a:rPr sz="1900">
                <a:solidFill>
                  <a:srgbClr val="172B4D"/>
                </a:solidFill>
              </a:rPr>
              <a:t>围绕现状与建设必要性展开时，需要把输入事实、方案推断和待确认事项分开记录，并保持每一项结论可以回到来源资料。日志留存口径仍存在冲突，正文只描述待确认事项，不将任一口径写成已经批准的结论。实施窗口和双链路条件来自项目背景，具体切换步骤仍须由项目负责人结合现场核对。本段保留回退、验证和责任确认要求，避免把压力验收文字当作正式施工指令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内容块：feasibility:Cb6451cc6dd815a950de3dcc4P1、feasibility:Cb6451cc6dd815a950de3dcc4P2</a:t>
            </a:r>
          </a:p>
          <a:p>
            <a:r>
              <a:rPr sz="1000">
                <a:solidFill>
                  <a:srgbClr val="46505F"/>
                </a:solidFill>
              </a:rPr>
              <a:t>来源版本：feasibility v1 | SHA256=00b8f906abeeec4849f4554264da55cad59279dde146cfab14e8e9ae638f74ed</a:t>
            </a:r>
          </a:p>
          <a:p>
            <a:r>
              <a:rPr sz="1000">
                <a:solidFill>
                  <a:srgbClr val="46505F"/>
                </a:solidFill>
              </a:rPr>
              <a:t>第 17 页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可行性研究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172B4D"/>
                </a:solidFill>
              </a:rPr>
              <a:t>建设成本、运维成本和收益资料尚未提供，因此本段不形成投资回报或成本节约判断。每项建议属于待审核的方案推断，只有来源事实、约束条件和人工决定共同满足后才能执行。所有设备名称和数量均以输入清单为准，不新增未提供的设备、规格、地址或责任人。对现状与建设必要性的描述采用分阶段核对方式，先确认现状和边界，再记录实施条件，最终由人工审核决定是否进入后续交付。</a:t>
            </a:r>
          </a:p>
          <a:p/>
          <a:p>
            <a:r>
              <a:rPr sz="1900">
                <a:solidFill>
                  <a:srgbClr val="172B4D"/>
                </a:solidFill>
              </a:rPr>
              <a:t>本段保留回退、验证和责任确认要求，避免把压力验收文字当作正式施工指令。日志留存口径仍存在冲突，正文只描述待确认事项，不将任一口径写成已经批准的结论。对现状与建设必要性的描述采用分阶段核对方式，先确认现状和边界，再记录实施条件，最终由人工审核决定是否进入后续交付。可行性研究报告的本节主题为现状与建设必要性。统一接入控制和审计追溯具有建设必要性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内容块：feasibility:Cb6451cc6dd815a950de3dcc4P3、feasibility:Cb6451cc6dd815a950de3dcc4P4</a:t>
            </a:r>
          </a:p>
          <a:p>
            <a:r>
              <a:rPr sz="1000">
                <a:solidFill>
                  <a:srgbClr val="46505F"/>
                </a:solidFill>
              </a:rPr>
              <a:t>来源版本：feasibility v1 | SHA256=00b8f906abeeec4849f4554264da55cad59279dde146cfab14e8e9ae638f74ed</a:t>
            </a:r>
          </a:p>
          <a:p>
            <a:r>
              <a:rPr sz="1000">
                <a:solidFill>
                  <a:srgbClr val="46505F"/>
                </a:solidFill>
              </a:rPr>
              <a:t>第 18 页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可行性研究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172B4D"/>
                </a:solidFill>
              </a:rPr>
              <a:t>建设成本、运维成本和收益资料尚未提供，因此本段不形成投资回报或成本节约判断。对现状与建设必要性的描述采用分阶段核对方式，先确认现状和边界，再记录实施条件，最终由人工审核决定是否进入后续交付。可行性研究报告的本节主题为现状与建设必要性。统一接入控制和审计追溯具有建设必要性；该判断仅基于已提供的控制目标，不扩大为收益结论。</a:t>
            </a:r>
          </a:p>
          <a:p/>
          <a:p>
            <a:r>
              <a:rPr sz="1900">
                <a:solidFill>
                  <a:srgbClr val="172B4D"/>
                </a:solidFill>
              </a:rPr>
              <a:t>对现状与建设必要性的描述采用分阶段核对方式，先确认现状和边界，再记录实施条件，最终由人工审核决定是否进入后续交付。可行性研究报告的本节主题为现状与建设必要性。统一接入控制和审计追溯具有建设必要性；该判断仅基于已提供的控制目标，不扩大为收益结论。围绕现状与建设必要性展开时，需要把输入事实、方案推断和待确认事项分开记录，并保持每一项结论可以回到来源资料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内容块：feasibility:Cb6451cc6dd815a950de3dcc4P5、feasibility:Cb6451cc6dd815a950de3dcc4P6</a:t>
            </a:r>
          </a:p>
          <a:p>
            <a:r>
              <a:rPr sz="1000">
                <a:solidFill>
                  <a:srgbClr val="46505F"/>
                </a:solidFill>
              </a:rPr>
              <a:t>来源版本：feasibility v1 | SHA256=00b8f906abeeec4849f4554264da55cad59279dde146cfab14e8e9ae638f74ed</a:t>
            </a:r>
          </a:p>
          <a:p>
            <a:r>
              <a:rPr sz="1000">
                <a:solidFill>
                  <a:srgbClr val="46505F"/>
                </a:solidFill>
              </a:rPr>
              <a:t>第 19 页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可行性研究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172B4D"/>
                </a:solidFill>
              </a:rPr>
              <a:t>可行性研究报告的本节主题为现状与建设必要性。统一接入控制和审计追溯具有建设必要性；该判断仅基于已提供的控制目标，不扩大为收益结论。围绕现状与建设必要性展开时，需要把输入事实、方案推断和待确认事项分开记录，并保持每一项结论可以回到来源资料。所有设备名称和数量均以输入清单为准，不新增未提供的设备、规格、地址或责任人。</a:t>
            </a:r>
          </a:p>
          <a:p/>
          <a:p>
            <a:r>
              <a:rPr sz="1900">
                <a:solidFill>
                  <a:srgbClr val="172B4D"/>
                </a:solidFill>
              </a:rPr>
              <a:t>可行性研究报告的本节主题为备选技术路线。比较旁挂并行验证与直接切换两种路线。前者回退条件较清晰，后者实施更集中；最终选择待人工确认。围绕备选技术路线展开时，需要把输入事实、方案推断和待确认事项分开记录，并保持每一项结论可以回到来源资料。所有设备名称和数量均以输入清单为准，不新增未提供的设备、规格、地址或责任人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内容块：feasibility:Cb6451cc6dd815a950de3dcc4P7、feasibility:C8a1eb106427026fd9f7daef2P1</a:t>
            </a:r>
          </a:p>
          <a:p>
            <a:r>
              <a:rPr sz="1000">
                <a:solidFill>
                  <a:srgbClr val="46505F"/>
                </a:solidFill>
              </a:rPr>
              <a:t>来源版本：feasibility v1 | SHA256=00b8f906abeeec4849f4554264da55cad59279dde146cfab14e8e9ae638f74ed</a:t>
            </a:r>
          </a:p>
          <a:p>
            <a:r>
              <a:rPr sz="1000">
                <a:solidFill>
                  <a:srgbClr val="46505F"/>
                </a:solidFill>
              </a:rPr>
              <a:t>第 20 页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可行性研究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172B4D"/>
                </a:solidFill>
              </a:rPr>
              <a:t>围绕备选技术路线展开时，需要把输入事实、方案推断和待确认事项分开记录，并保持每一项结论可以回到来源资料。日志留存口径仍存在冲突，正文只描述待确认事项，不将任一口径写成已经批准的结论。实施窗口和双链路条件来自项目背景，具体切换步骤仍须由项目负责人结合现场核对。本段保留回退、验证和责任确认要求，避免把压力验收文字当作正式施工指令。</a:t>
            </a:r>
          </a:p>
          <a:p/>
          <a:p>
            <a:r>
              <a:rPr sz="1900">
                <a:solidFill>
                  <a:srgbClr val="172B4D"/>
                </a:solidFill>
              </a:rPr>
              <a:t>建设成本、运维成本和收益资料尚未提供，因此本段不形成投资回报或成本节约判断。每项建议属于待审核的方案推断，只有来源事实、约束条件和人工决定共同满足后才能执行。所有设备名称和数量均以输入清单为准，不新增未提供的设备、规格、地址或责任人。对备选技术路线的描述采用分阶段核对方式，先确认现状和边界，再记录实施条件，最终由人工审核决定是否进入后续交付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内容块：feasibility:C8a1eb106427026fd9f7daef2P2、feasibility:C8a1eb106427026fd9f7daef2P3</a:t>
            </a:r>
          </a:p>
          <a:p>
            <a:r>
              <a:rPr sz="1000">
                <a:solidFill>
                  <a:srgbClr val="46505F"/>
                </a:solidFill>
              </a:rPr>
              <a:t>来源版本：feasibility v1 | SHA256=00b8f906abeeec4849f4554264da55cad59279dde146cfab14e8e9ae638f74ed</a:t>
            </a:r>
          </a:p>
          <a:p>
            <a:r>
              <a:rPr sz="1000">
                <a:solidFill>
                  <a:srgbClr val="46505F"/>
                </a:solidFill>
              </a:rPr>
              <a:t>第 21 页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可行性研究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172B4D"/>
                </a:solidFill>
              </a:rPr>
              <a:t>本段保留回退、验证和责任确认要求，避免把压力验收文字当作正式施工指令。日志留存口径仍存在冲突，正文只描述待确认事项，不将任一口径写成已经批准的结论。对备选技术路线的描述采用分阶段核对方式，先确认现状和边界，再记录实施条件，最终由人工审核决定是否进入后续交付。可行性研究报告的本节主题为备选技术路线。比较旁挂并行验证与直接切换两种路线。前者回退条件较清晰，后者实施更集中；</a:t>
            </a:r>
          </a:p>
          <a:p/>
          <a:p>
            <a:r>
              <a:rPr sz="1900">
                <a:solidFill>
                  <a:srgbClr val="172B4D"/>
                </a:solidFill>
              </a:rPr>
              <a:t>建设成本、运维成本和收益资料尚未提供，因此本段不形成投资回报或成本节约判断。对备选技术路线的描述采用分阶段核对方式，先确认现状和边界，再记录实施条件，最终由人工审核决定是否进入后续交付。可行性研究报告的本节主题为备选技术路线。比较旁挂并行验证与直接切换两种路线。前者回退条件较清晰，后者实施更集中；最终选择待人工确认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内容块：feasibility:C8a1eb106427026fd9f7daef2P4、feasibility:C8a1eb106427026fd9f7daef2P5</a:t>
            </a:r>
          </a:p>
          <a:p>
            <a:r>
              <a:rPr sz="1000">
                <a:solidFill>
                  <a:srgbClr val="46505F"/>
                </a:solidFill>
              </a:rPr>
              <a:t>来源版本：feasibility v1 | SHA256=00b8f906abeeec4849f4554264da55cad59279dde146cfab14e8e9ae638f74ed</a:t>
            </a:r>
          </a:p>
          <a:p>
            <a:r>
              <a:rPr sz="1000">
                <a:solidFill>
                  <a:srgbClr val="46505F"/>
                </a:solidFill>
              </a:rPr>
              <a:t>第 22 页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可行性研究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172B4D"/>
                </a:solidFill>
              </a:rPr>
              <a:t>对备选技术路线的描述采用分阶段核对方式，先确认现状和边界，再记录实施条件，最终由人工审核决定是否进入后续交付。可行性研究报告的本节主题为备选技术路线。比较旁挂并行验证与直接切换两种路线。前者回退条件较清晰，后者实施更集中；最终选择待人工确认。围绕备选技术路线展开时，需要把输入事实、方案推断和待确认事项分开记录，并保持每一项结论可以回到来源资料。</a:t>
            </a:r>
          </a:p>
          <a:p/>
          <a:p>
            <a:r>
              <a:rPr sz="1900">
                <a:solidFill>
                  <a:srgbClr val="172B4D"/>
                </a:solidFill>
              </a:rPr>
              <a:t>可行性研究报告的本节主题为备选技术路线。比较旁挂并行验证与直接切换两种路线。前者回退条件较清晰，后者实施更集中；最终选择待人工确认。围绕备选技术路线展开时，需要把输入事实、方案推断和待确认事项分开记录，并保持每一项结论可以回到来源资料。所有设备名称和数量均以输入清单为准，不新增未提供的设备、规格、地址或责任人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内容块：feasibility:C8a1eb106427026fd9f7daef2P6、feasibility:C8a1eb106427026fd9f7daef2P7</a:t>
            </a:r>
          </a:p>
          <a:p>
            <a:r>
              <a:rPr sz="1000">
                <a:solidFill>
                  <a:srgbClr val="46505F"/>
                </a:solidFill>
              </a:rPr>
              <a:t>来源版本：feasibility v1 | SHA256=00b8f906abeeec4849f4554264da55cad59279dde146cfab14e8e9ae638f74ed</a:t>
            </a:r>
          </a:p>
          <a:p>
            <a:r>
              <a:rPr sz="1000">
                <a:solidFill>
                  <a:srgbClr val="46505F"/>
                </a:solidFill>
              </a:rPr>
              <a:t>第 23 页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可行性研究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172B4D"/>
                </a:solidFill>
              </a:rPr>
              <a:t>可行性研究报告的本节主题为实施条件与技术方案。可实施条件包括双链路、明确窗口和允许并行验证；未满足条件包括责任人、最终IP与留存口径确认。围绕实施条件与技术方案展开时，需要把输入事实、方案推断和待确认事项分开记录，并保持每一项结论可以回到来源资料。所有设备名称和数量均以输入清单为准，不新增未提供的设备、规格、地址或责任人。</a:t>
            </a:r>
          </a:p>
          <a:p/>
          <a:p>
            <a:r>
              <a:rPr sz="1900">
                <a:solidFill>
                  <a:srgbClr val="172B4D"/>
                </a:solidFill>
              </a:rPr>
              <a:t>围绕实施条件与技术方案展开时，需要把输入事实、方案推断和待确认事项分开记录，并保持每一项结论可以回到来源资料。日志留存口径仍存在冲突，正文只描述待确认事项，不将任一口径写成已经批准的结论。实施窗口和双链路条件来自项目背景，具体切换步骤仍须由项目负责人结合现场核对。本段保留回退、验证和责任确认要求，避免把压力验收文字当作正式施工指令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内容块：feasibility:C562a77a7ae22fe1bb05561dfP1、feasibility:C562a77a7ae22fe1bb05561dfP2</a:t>
            </a:r>
          </a:p>
          <a:p>
            <a:r>
              <a:rPr sz="1000">
                <a:solidFill>
                  <a:srgbClr val="46505F"/>
                </a:solidFill>
              </a:rPr>
              <a:t>来源版本：feasibility v1 | SHA256=00b8f906abeeec4849f4554264da55cad59279dde146cfab14e8e9ae638f74ed</a:t>
            </a:r>
          </a:p>
          <a:p>
            <a:r>
              <a:rPr sz="1000">
                <a:solidFill>
                  <a:srgbClr val="46505F"/>
                </a:solidFill>
              </a:rPr>
              <a:t>第 24 页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可行性研究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172B4D"/>
                </a:solidFill>
              </a:rPr>
              <a:t>建设成本、运维成本和收益资料尚未提供，因此本段不形成投资回报或成本节约判断。每项建议属于待审核的方案推断，只有来源事实、约束条件和人工决定共同满足后才能执行。所有设备名称和数量均以输入清单为准，不新增未提供的设备、规格、地址或责任人。对实施条件与技术方案的描述采用分阶段核对方式，先确认现状和边界，再记录实施条件，最终由人工审核决定是否进入后续交付。</a:t>
            </a:r>
          </a:p>
          <a:p/>
          <a:p>
            <a:r>
              <a:rPr sz="1900">
                <a:solidFill>
                  <a:srgbClr val="172B4D"/>
                </a:solidFill>
              </a:rPr>
              <a:t>本段保留回退、验证和责任确认要求，避免把压力验收文字当作正式施工指令。日志留存口径仍存在冲突，正文只描述待确认事项，不将任一口径写成已经批准的结论。对实施条件与技术方案的描述采用分阶段核对方式，先确认现状和边界，再记录实施条件，最终由人工审核决定是否进入后续交付。可行性研究报告的本节主题为实施条件与技术方案。可实施条件包括双链路、明确窗口和允许并行验证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内容块：feasibility:C562a77a7ae22fe1bb05561dfP3、feasibility:C562a77a7ae22fe1bb05561dfP4</a:t>
            </a:r>
          </a:p>
          <a:p>
            <a:r>
              <a:rPr sz="1000">
                <a:solidFill>
                  <a:srgbClr val="46505F"/>
                </a:solidFill>
              </a:rPr>
              <a:t>来源版本：feasibility v1 | SHA256=00b8f906abeeec4849f4554264da55cad59279dde146cfab14e8e9ae638f74ed</a:t>
            </a:r>
          </a:p>
          <a:p>
            <a:r>
              <a:rPr sz="1000">
                <a:solidFill>
                  <a:srgbClr val="46505F"/>
                </a:solidFill>
              </a:rPr>
              <a:t>第 25 页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可行性研究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172B4D"/>
                </a:solidFill>
              </a:rPr>
              <a:t>建设成本、运维成本和收益资料尚未提供，因此本段不形成投资回报或成本节约判断。对实施条件与技术方案的描述采用分阶段核对方式，先确认现状和边界，再记录实施条件，最终由人工审核决定是否进入后续交付。可行性研究报告的本节主题为实施条件与技术方案。可实施条件包括双链路、明确窗口和允许并行验证；未满足条件包括责任人、最终IP与留存口径确认。</a:t>
            </a:r>
          </a:p>
          <a:p/>
          <a:p>
            <a:r>
              <a:rPr sz="1900">
                <a:solidFill>
                  <a:srgbClr val="172B4D"/>
                </a:solidFill>
              </a:rPr>
              <a:t>对实施条件与技术方案的描述采用分阶段核对方式，先确认现状和边界，再记录实施条件，最终由人工审核决定是否进入后续交付。可行性研究报告的本节主题为实施条件与技术方案。可实施条件包括双链路、明确窗口和允许并行验证；未满足条件包括责任人、最终IP与留存口径确认。围绕实施条件与技术方案展开时，需要把输入事实、方案推断和待确认事项分开记录，并保持每一项结论可以回到来源资料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内容块：feasibility:C562a77a7ae22fe1bb05561dfP5、feasibility:C562a77a7ae22fe1bb05561dfP6</a:t>
            </a:r>
          </a:p>
          <a:p>
            <a:r>
              <a:rPr sz="1000">
                <a:solidFill>
                  <a:srgbClr val="46505F"/>
                </a:solidFill>
              </a:rPr>
              <a:t>来源版本：feasibility v1 | SHA256=00b8f906abeeec4849f4554264da55cad59279dde146cfab14e8e9ae638f74ed</a:t>
            </a:r>
          </a:p>
          <a:p>
            <a:r>
              <a:rPr sz="1000">
                <a:solidFill>
                  <a:srgbClr val="46505F"/>
                </a:solidFill>
              </a:rPr>
              <a:t>第 26 页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可行性研究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172B4D"/>
                </a:solidFill>
              </a:rPr>
              <a:t>可行性研究报告的本节主题为实施条件与技术方案。可实施条件包括双链路、明确窗口和允许并行验证；未满足条件包括责任人、最终IP与留存口径确认。围绕实施条件与技术方案展开时，需要把输入事实、方案推断和待确认事项分开记录，并保持每一项结论可以回到来源资料。所有设备名称和数量均以输入清单为准，不新增未提供的设备、规格、地址或责任人。</a:t>
            </a:r>
          </a:p>
          <a:p/>
          <a:p>
            <a:r>
              <a:rPr sz="1900">
                <a:solidFill>
                  <a:srgbClr val="172B4D"/>
                </a:solidFill>
              </a:rPr>
              <a:t>可行性研究报告的本节主题为风险与控制。主要风险为切换中断、配置口径不一致和责任边界缺失；以分步验证、回退和人工确认控制。围绕风险与控制展开时，需要把输入事实、方案推断和待确认事项分开记录，并保持每一项结论可以回到来源资料。所有设备名称和数量均以输入清单为准，不新增未提供的设备、规格、地址或责任人。建设成本、运维成本和收益资料尚未提供，因此本段不形成投资回报或成本节约判断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内容块：feasibility:C562a77a7ae22fe1bb05561dfP7、feasibility:C37c48e35b50ae9c90981b34bP1</a:t>
            </a:r>
          </a:p>
          <a:p>
            <a:r>
              <a:rPr sz="1000">
                <a:solidFill>
                  <a:srgbClr val="46505F"/>
                </a:solidFill>
              </a:rPr>
              <a:t>来源版本：feasibility v1 | SHA256=00b8f906abeeec4849f4554264da55cad59279dde146cfab14e8e9ae638f74ed</a:t>
            </a:r>
          </a:p>
          <a:p>
            <a:r>
              <a:rPr sz="1000">
                <a:solidFill>
                  <a:srgbClr val="46505F"/>
                </a:solidFill>
              </a:rPr>
              <a:t>第 27 页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可行性研究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172B4D"/>
                </a:solidFill>
              </a:rPr>
              <a:t>围绕风险与控制展开时，需要把输入事实、方案推断和待确认事项分开记录，并保持每一项结论可以回到来源资料。日志留存口径仍存在冲突，正文只描述待确认事项，不将任一口径写成已经批准的结论。实施窗口和双链路条件来自项目背景，具体切换步骤仍须由项目负责人结合现场核对。本段保留回退、验证和责任确认要求，避免把压力验收文字当作正式施工指令。</a:t>
            </a:r>
          </a:p>
          <a:p/>
          <a:p>
            <a:r>
              <a:rPr sz="1900">
                <a:solidFill>
                  <a:srgbClr val="172B4D"/>
                </a:solidFill>
              </a:rPr>
              <a:t>建设成本、运维成本和收益资料尚未提供，因此本段不形成投资回报或成本节约判断。每项建议属于待审核的方案推断，只有来源事实、约束条件和人工决定共同满足后才能执行。所有设备名称和数量均以输入清单为准，不新增未提供的设备、规格、地址或责任人。对风险与控制的描述采用分阶段核对方式，先确认现状和边界，再记录实施条件，最终由人工审核决定是否进入后续交付。可行性研究报告的本节主题为风险与控制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内容块：feasibility:C37c48e35b50ae9c90981b34bP2、feasibility:C37c48e35b50ae9c90981b34bP3</a:t>
            </a:r>
          </a:p>
          <a:p>
            <a:r>
              <a:rPr sz="1000">
                <a:solidFill>
                  <a:srgbClr val="46505F"/>
                </a:solidFill>
              </a:rPr>
              <a:t>来源版本：feasibility v1 | SHA256=00b8f906abeeec4849f4554264da55cad59279dde146cfab14e8e9ae638f74ed</a:t>
            </a:r>
          </a:p>
          <a:p>
            <a:r>
              <a:rPr sz="1000">
                <a:solidFill>
                  <a:srgbClr val="46505F"/>
                </a:solidFill>
              </a:rPr>
              <a:t>第 28 页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可行性研究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172B4D"/>
                </a:solidFill>
              </a:rPr>
              <a:t>本段保留回退、验证和责任确认要求，避免把压力验收文字当作正式施工指令。日志留存口径仍存在冲突，正文只描述待确认事项，不将任一口径写成已经批准的结论。对风险与控制的描述采用分阶段核对方式，先确认现状和边界，再记录实施条件，最终由人工审核决定是否进入后续交付。可行性研究报告的本节主题为风险与控制。主要风险为切换中断、配置口径不一致和责任边界缺失；以分步验证、回退和人工确认控制。</a:t>
            </a:r>
          </a:p>
          <a:p/>
          <a:p>
            <a:r>
              <a:rPr sz="1900">
                <a:solidFill>
                  <a:srgbClr val="172B4D"/>
                </a:solidFill>
              </a:rPr>
              <a:t>建设成本、运维成本和收益资料尚未提供，因此本段不形成投资回报或成本节约判断。对风险与控制的描述采用分阶段核对方式，先确认现状和边界，再记录实施条件，最终由人工审核决定是否进入后续交付。可行性研究报告的本节主题为风险与控制。主要风险为切换中断、配置口径不一致和责任边界缺失；以分步验证、回退和人工确认控制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内容块：feasibility:C37c48e35b50ae9c90981b34bP4、feasibility:C37c48e35b50ae9c90981b34bP5</a:t>
            </a:r>
          </a:p>
          <a:p>
            <a:r>
              <a:rPr sz="1000">
                <a:solidFill>
                  <a:srgbClr val="46505F"/>
                </a:solidFill>
              </a:rPr>
              <a:t>来源版本：feasibility v1 | SHA256=00b8f906abeeec4849f4554264da55cad59279dde146cfab14e8e9ae638f74ed</a:t>
            </a:r>
          </a:p>
          <a:p>
            <a:r>
              <a:rPr sz="1000">
                <a:solidFill>
                  <a:srgbClr val="46505F"/>
                </a:solidFill>
              </a:rPr>
              <a:t>第 29 页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可行性研究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172B4D"/>
                </a:solidFill>
              </a:rPr>
              <a:t>对风险与控制的描述采用分阶段核对方式，先确认现状和边界，再记录实施条件，最终由人工审核决定是否进入后续交付。可行性研究报告的本节主题为风险与控制。主要风险为切换中断、配置口径不一致和责任边界缺失；以分步验证、回退和人工确认控制。围绕风险与控制展开时，需要把输入事实、方案推断和待确认事项分开记录，并保持每一项结论可以回到来源资料。</a:t>
            </a:r>
          </a:p>
          <a:p/>
          <a:p>
            <a:r>
              <a:rPr sz="1900">
                <a:solidFill>
                  <a:srgbClr val="172B4D"/>
                </a:solidFill>
              </a:rPr>
              <a:t>可行性研究报告的本节主题为风险与控制。主要风险为切换中断、配置口径不一致和责任边界缺失；以分步验证、回退和人工确认控制。围绕风险与控制展开时，需要把输入事实、方案推断和待确认事项分开记录，并保持每一项结论可以回到来源资料。所有设备名称和数量均以输入清单为准，不新增未提供的设备、规格、地址或责任人。建设成本、运维成本和收益资料尚未提供，因此本段不形成投资回报或成本节约判断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内容块：feasibility:C37c48e35b50ae9c90981b34bP6、feasibility:C37c48e35b50ae9c90981b34bP7</a:t>
            </a:r>
          </a:p>
          <a:p>
            <a:r>
              <a:rPr sz="1000">
                <a:solidFill>
                  <a:srgbClr val="46505F"/>
                </a:solidFill>
              </a:rPr>
              <a:t>来源版本：feasibility v1 | SHA256=00b8f906abeeec4849f4554264da55cad59279dde146cfab14e8e9ae638f74ed</a:t>
            </a:r>
          </a:p>
          <a:p>
            <a:r>
              <a:rPr sz="1000">
                <a:solidFill>
                  <a:srgbClr val="46505F"/>
                </a:solidFill>
              </a:rPr>
              <a:t>第 30 页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可行性研究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172B4D"/>
                </a:solidFill>
              </a:rPr>
              <a:t>围绕风险与控制展开时，需要把输入事实、方案推断和待确认事项分开记录，并保持每一项结论可以回到来源资料。日志留存口径仍存在冲突，正文只描述待确认事项，不将任一口径写成已经批准的结论。实施窗口和双链路条件来自项目背景，具体切换步骤仍须由项目负责人结合现场核对。本段保留回退、验证和责任确认要求，避免把压力验收文字当作正式施工指令。</a:t>
            </a:r>
          </a:p>
          <a:p/>
          <a:p>
            <a:r>
              <a:rPr sz="1900">
                <a:solidFill>
                  <a:srgbClr val="172B4D"/>
                </a:solidFill>
              </a:rPr>
              <a:t>可行性研究报告的本节主题为经济资料边界。当前没有经核实的建设成本、运维成本或收益数据，因此不形成投资回报、成本节约或收益结论。围绕经济资料边界展开时，需要把输入事实、方案推断和待确认事项分开记录，并保持每一项结论可以回到来源资料。所有设备名称和数量均以输入清单为准，不新增未提供的设备、规格、地址或责任人。建设成本、运维成本和收益资料尚未提供，因此本段不形成投资回报或成本节约判断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内容块：feasibility:C37c48e35b50ae9c90981b34bP8、feasibility:C5e9ad751b5e6102bb17b687eP1</a:t>
            </a:r>
          </a:p>
          <a:p>
            <a:r>
              <a:rPr sz="1000">
                <a:solidFill>
                  <a:srgbClr val="46505F"/>
                </a:solidFill>
              </a:rPr>
              <a:t>来源版本：feasibility v1 | SHA256=00b8f906abeeec4849f4554264da55cad59279dde146cfab14e8e9ae638f74ed</a:t>
            </a:r>
          </a:p>
          <a:p>
            <a:r>
              <a:rPr sz="1000">
                <a:solidFill>
                  <a:srgbClr val="46505F"/>
                </a:solidFill>
              </a:rPr>
              <a:t>第 31 页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可行性研究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172B4D"/>
                </a:solidFill>
              </a:rPr>
              <a:t>围绕经济资料边界展开时，需要把输入事实、方案推断和待确认事项分开记录，并保持每一项结论可以回到来源资料。日志留存口径仍存在冲突，正文只描述待确认事项，不将任一口径写成已经批准的结论。实施窗口和双链路条件来自项目背景，具体切换步骤仍须由项目负责人结合现场核对。本段保留回退、验证和责任确认要求，避免把压力验收文字当作正式施工指令。</a:t>
            </a:r>
          </a:p>
          <a:p/>
          <a:p>
            <a:r>
              <a:rPr sz="1900">
                <a:solidFill>
                  <a:srgbClr val="172B4D"/>
                </a:solidFill>
              </a:rPr>
              <a:t>建设成本、运维成本和收益资料尚未提供，因此本段不形成投资回报或成本节约判断。每项建议属于待审核的方案推断，只有来源事实、约束条件和人工决定共同满足后才能执行。所有设备名称和数量均以输入清单为准，不新增未提供的设备、规格、地址或责任人。对经济资料边界的描述采用分阶段核对方式，先确认现状和边界，再记录实施条件，最终由人工审核决定是否进入后续交付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内容块：feasibility:C5e9ad751b5e6102bb17b687eP2、feasibility:C5e9ad751b5e6102bb17b687eP3</a:t>
            </a:r>
          </a:p>
          <a:p>
            <a:r>
              <a:rPr sz="1000">
                <a:solidFill>
                  <a:srgbClr val="46505F"/>
                </a:solidFill>
              </a:rPr>
              <a:t>来源版本：feasibility v1 | SHA256=00b8f906abeeec4849f4554264da55cad59279dde146cfab14e8e9ae638f74ed</a:t>
            </a:r>
          </a:p>
          <a:p>
            <a:r>
              <a:rPr sz="1000">
                <a:solidFill>
                  <a:srgbClr val="46505F"/>
                </a:solidFill>
              </a:rPr>
              <a:t>第 32 页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可行性研究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172B4D"/>
                </a:solidFill>
              </a:rPr>
              <a:t>本段保留回退、验证和责任确认要求，避免把压力验收文字当作正式施工指令。日志留存口径仍存在冲突，正文只描述待确认事项，不将任一口径写成已经批准的结论。对经济资料边界的描述采用分阶段核对方式，先确认现状和边界，再记录实施条件，最终由人工审核决定是否进入后续交付。可行性研究报告的本节主题为经济资料边界。</a:t>
            </a:r>
          </a:p>
          <a:p/>
          <a:p>
            <a:r>
              <a:rPr sz="1900">
                <a:solidFill>
                  <a:srgbClr val="172B4D"/>
                </a:solidFill>
              </a:rPr>
              <a:t>建设成本、运维成本和收益资料尚未提供，因此本段不形成投资回报或成本节约判断。对经济资料边界的描述采用分阶段核对方式，先确认现状和边界，再记录实施条件，最终由人工审核决定是否进入后续交付。可行性研究报告的本节主题为经济资料边界。当前没有经核实的建设成本、运维成本或收益数据，因此不形成投资回报、成本节约或收益结论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内容块：feasibility:C5e9ad751b5e6102bb17b687eP4、feasibility:C5e9ad751b5e6102bb17b687eP5</a:t>
            </a:r>
          </a:p>
          <a:p>
            <a:r>
              <a:rPr sz="1000">
                <a:solidFill>
                  <a:srgbClr val="46505F"/>
                </a:solidFill>
              </a:rPr>
              <a:t>来源版本：feasibility v1 | SHA256=00b8f906abeeec4849f4554264da55cad59279dde146cfab14e8e9ae638f74ed</a:t>
            </a:r>
          </a:p>
          <a:p>
            <a:r>
              <a:rPr sz="1000">
                <a:solidFill>
                  <a:srgbClr val="46505F"/>
                </a:solidFill>
              </a:rPr>
              <a:t>第 33 页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可行性研究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172B4D"/>
                </a:solidFill>
              </a:rPr>
              <a:t>对经济资料边界的描述采用分阶段核对方式，先确认现状和边界，再记录实施条件，最终由人工审核决定是否进入后续交付。可行性研究报告的本节主题为经济资料边界。当前没有经核实的建设成本、运维成本或收益数据，因此不形成投资回报、成本节约或收益结论。围绕经济资料边界展开时，需要把输入事实、方案推断和待确认事项分开记录，并保持每一项结论可以回到来源资料。</a:t>
            </a:r>
          </a:p>
          <a:p/>
          <a:p>
            <a:r>
              <a:rPr sz="1900">
                <a:solidFill>
                  <a:srgbClr val="172B4D"/>
                </a:solidFill>
              </a:rPr>
              <a:t>可行性研究报告的本节主题为经济资料边界。当前没有经核实的建设成本、运维成本或收益数据，因此不形成投资回报、成本节约或收益结论。围绕经济资料边界展开时，需要把输入事实、方案推断和待确认事项分开记录，并保持每一项结论可以回到来源资料。所有设备名称和数量均以输入清单为准，不新增未提供的设备、规格、地址或责任人。建设成本、运维成本和收益资料尚未提供，因此本段不形成投资回报或成本节约判断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内容块：feasibility:C5e9ad751b5e6102bb17b687eP6、feasibility:C5e9ad751b5e6102bb17b687eP7</a:t>
            </a:r>
          </a:p>
          <a:p>
            <a:r>
              <a:rPr sz="1000">
                <a:solidFill>
                  <a:srgbClr val="46505F"/>
                </a:solidFill>
              </a:rPr>
              <a:t>来源版本：feasibility v1 | SHA256=00b8f906abeeec4849f4554264da55cad59279dde146cfab14e8e9ae638f74ed</a:t>
            </a:r>
          </a:p>
          <a:p>
            <a:r>
              <a:rPr sz="1000">
                <a:solidFill>
                  <a:srgbClr val="46505F"/>
                </a:solidFill>
              </a:rPr>
              <a:t>第 34 页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可行性研究 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172B4D"/>
                </a:solidFill>
              </a:rPr>
              <a:t>围绕经济资料边界展开时，需要把输入事实、方案推断和待确认事项分开记录，并保持每一项结论可以回到来源资料。日志留存口径仍存在冲突，正文只描述待确认事项，不将任一口径写成已经批准的结论。实施窗口和双链路条件来自项目背景，具体切换步骤仍须由项目负责人结合现场核对。本段保留回退、验证和责任确认要求，避免把压力验收文字当作正式施工指令。</a:t>
            </a:r>
          </a:p>
          <a:p/>
          <a:p>
            <a:r>
              <a:rPr sz="1900">
                <a:solidFill>
                  <a:srgbClr val="172B4D"/>
                </a:solidFill>
              </a:rPr>
              <a:t>输入清单（待核）：安全接入网关，数量 2 台；原行号 r-001；来源 人工录入。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内容块：feasibility:C5e9ad751b5e6102bb17b687eP8、feasibility:INPUT_ITEM1</a:t>
            </a:r>
          </a:p>
          <a:p>
            <a:r>
              <a:rPr sz="1000">
                <a:solidFill>
                  <a:srgbClr val="46505F"/>
                </a:solidFill>
              </a:rPr>
              <a:t>来源版本：feasibility v1 | SHA256=00b8f906abeeec4849f4554264da55cad59279dde146cfab14e8e9ae638f74ed</a:t>
            </a:r>
          </a:p>
          <a:p>
            <a:r>
              <a:rPr sz="1000">
                <a:solidFill>
                  <a:srgbClr val="46505F"/>
                </a:solidFill>
              </a:rPr>
              <a:t>第 35 页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可行性研究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172B4D"/>
                </a:solidFill>
              </a:rPr>
              <a:t>输入清单（待核）：集中审计节点，数量 1 套；原行号 r-002；来源 人工录入。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内容块：feasibility:INPUT_ITEM2</a:t>
            </a:r>
          </a:p>
          <a:p>
            <a:r>
              <a:rPr sz="1000">
                <a:solidFill>
                  <a:srgbClr val="46505F"/>
                </a:solidFill>
              </a:rPr>
              <a:t>来源版本：feasibility v1 | SHA256=00b8f906abeeec4849f4554264da55cad59279dde146cfab14e8e9ae638f74ed</a:t>
            </a:r>
          </a:p>
          <a:p>
            <a:r>
              <a:rPr sz="1000">
                <a:solidFill>
                  <a:srgbClr val="46505F"/>
                </a:solidFill>
              </a:rPr>
              <a:t>第 36 页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待确认事项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172B4D"/>
                </a:solidFill>
              </a:rPr>
              <a:t>• 正式模板与样例、内容及格式批准尚未完成；本件始终为待核草稿。</a:t>
            </a:r>
          </a:p>
          <a:p>
            <a:r>
              <a:rPr sz="1900">
                <a:solidFill>
                  <a:srgbClr val="172B4D"/>
                </a:solidFill>
              </a:rPr>
              <a:t>• 运维责任人、最终IP地址、建设成本、运维成本和收益依据待确认</a:t>
            </a:r>
          </a:p>
          <a:p>
            <a:r>
              <a:rPr sz="1900">
                <a:solidFill>
                  <a:srgbClr val="172B4D"/>
                </a:solidFill>
              </a:rPr>
              <a:t>• 日志留存180天与不少于6个月的口径待统一</a:t>
            </a:r>
          </a:p>
          <a:p>
            <a:r>
              <a:rPr sz="1900">
                <a:solidFill>
                  <a:srgbClr val="172B4D"/>
                </a:solidFill>
              </a:rPr>
              <a:t>• 未提供经核实的成本与收益依据，不形成经济成本、收益或回报结论。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待确认块：technical-solution:PEND1、feasibility:PEND1、technical-solution:PEND2、feasibility:PEND3、technical-solution:PEND3、feasibility:PEND4、feasibility:PEND2</a:t>
            </a:r>
          </a:p>
          <a:p>
            <a:r>
              <a:rPr sz="1000">
                <a:solidFill>
                  <a:srgbClr val="46505F"/>
                </a:solidFill>
              </a:rPr>
              <a:t>第 37 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