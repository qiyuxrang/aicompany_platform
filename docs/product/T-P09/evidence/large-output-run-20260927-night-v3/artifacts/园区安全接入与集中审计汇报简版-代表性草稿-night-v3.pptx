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待人工审核草稿</a:t>
            </a:r>
          </a:p>
          <a:p>
            <a:r>
              <a:rPr sz="19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SHA256=17c2a000f5186b71879f3d8cf62a6c5ce4094c2af4edfbb9b0be4fb153008e86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技术方案的本节主题为现状与建设必要性。现网双链路需要统一远程接入控制与集中审计，设备事实范围为2台网关和1套审计节点。围绕现状与建设必要性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每</a:t>
            </a:r>
          </a:p>
          <a:p/>
          <a:p>
            <a:r>
              <a:rPr sz="1900">
                <a:solidFill>
                  <a:srgbClr val="172B4D"/>
                </a:solidFill>
              </a:rPr>
              <a:t>围绕现状与建设必要性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现状与建设必要性的描述采用分阶段核对方式，先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内容块：technical-solution:Cb6451cc6dd815a950de3dcc4P1、technical-solution:Cb6451cc6dd815a950de3dcc4P2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现状与建设必要性的描述采用分阶段核对方式，先确认现状和边界，再记录实施条件，最终由人工审核决定是否进入后续交付。技术方案的本节主题为现状与建设必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现状与建设必要性的描述采用分阶段核对方式，先确认现状和边界，再记录实施条件，最终由人工审核决定是否进入后续交付。技术方案的本节主题为现状与建设必要性。现网双链路需要统一远程接入控制与集中审计，设备事实范围为2台网关和1套审计节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内容块：technical-solution:Cb6451cc6dd815a950de3dcc4P3、technical-solution:Cb6451cc6dd815a950de3dcc4P4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现状与建设必要性的描述采用分阶段核对方式，先确认现状和边界，再记录实施条件，最终由人工审核决定是否进入后续交付。技术方案的本节主题为现状与建设必要性。现网双链路需要统一远程接入控制与集中审计，设备事实范围为2台网关和1套审计节点。围绕现状与建设必要性展开时，需要把输入事实、方案推断和待确认事项分开记录</a:t>
            </a:r>
          </a:p>
          <a:p/>
          <a:p>
            <a:r>
              <a:rPr sz="1900">
                <a:solidFill>
                  <a:srgbClr val="172B4D"/>
                </a:solidFill>
              </a:rPr>
              <a:t>对现状与建设必要性的描述采用分阶段核对方式，先确认现状和边界，再记录实施条件，最终由人工审核决定是否进入后续交付。技术方案的本节主题为现状与建设必要性。现网双链路需要统一远程接入控制与集中审计，设备事实范围为2台网关和1套审计节点。围绕现状与建设必要性展开时，需要把输入事实、方案推断和待确认事项分开记录，并保持每一项结论可以回到来源资料。本段保留回退、验证和责任确认要求，避免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内容块：technical-solution:Cb6451cc6dd815a950de3dcc4P5、technical-solution:Cb6451cc6dd815a950de3dcc4P6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技术方案的本节主题为备选技术路线。技术路线A为现网旁挂并行验证，路线B为窗口内直接切换；建议A属于工程推断，须人工确认。围绕备选技术路线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每项</a:t>
            </a:r>
          </a:p>
          <a:p/>
          <a:p>
            <a:r>
              <a:rPr sz="1900">
                <a:solidFill>
                  <a:srgbClr val="172B4D"/>
                </a:solidFill>
              </a:rPr>
              <a:t>围绕备选技术路线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备选技术路线的描述采用分阶段核对方式，先确认现状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内容块：technical-solution:C8a1eb106427026fd9f7daef2P1、technical-solution:C8a1eb106427026fd9f7daef2P2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备选技术路线的描述采用分阶段核对方式，先确认现状和边界，再记录实施条件，最终由人工审核决定是否进入后续交付。技术方案的本节主题为备选技术路线。技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备选技术路线的描述采用分阶段核对方式，先确认现状和边界，再记录实施条件，最终由人工审核决定是否进入后续交付。技术方案的本节主题为备选技术路线。技术路线A为现网旁挂并行验证，路线B为窗口内直接切换；建议A属于工程推断，须人工确认。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内容块：technical-solution:C8a1eb106427026fd9f7daef2P3、technical-solution:C8a1eb106427026fd9f7daef2P4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备选技术路线的描述采用分阶段核对方式，先确认现状和边界，再记录实施条件，最终由人工审核决定是否进入后续交付。技术方案的本节主题为备选技术路线。技术路线A为现网旁挂并行验证，路线B为窗口内直接切换；建议A属于工程推断，须人工确认。围绕备选技术路线展开时，需要把输入事实、方案推断和待确认事项分开记录，并保</a:t>
            </a:r>
          </a:p>
          <a:p/>
          <a:p>
            <a:r>
              <a:rPr sz="1900">
                <a:solidFill>
                  <a:srgbClr val="172B4D"/>
                </a:solidFill>
              </a:rPr>
              <a:t>对备选技术路线的描述采用分阶段核对方式，先确认现状和边界，再记录实施条件，最终由人工审核决定是否进入后续交付。技术方案的本节主题为备选技术路线。技术路线A为现网旁挂并行验证，路线B为窗口内直接切换；建议A属于工程推断，须人工确认。围绕备选技术路线展开时，需要把输入事实、方案推断和待确认事项分开记录，并保持每一项结论可以回到来源资料。本段保留回退、验证和责任确认要求，避免把压力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内容块：technical-solution:C8a1eb106427026fd9f7daef2P5、technical-solution:C8a1eb106427026fd9f7daef2P6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技术方案的本节主题为实施条件与技术方案。按准备、并行验证、分步迁移和回退确认实施；最终IP和运维责任人确认前不得进入正式切换。围绕实施条件与技术方案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</a:t>
            </a:r>
          </a:p>
          <a:p/>
          <a:p>
            <a:r>
              <a:rPr sz="1900">
                <a:solidFill>
                  <a:srgbClr val="172B4D"/>
                </a:solidFill>
              </a:rPr>
              <a:t>围绕实施条件与技术方案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实施条件与技术方案的描述采用分阶段核对方式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内容块：technical-solution:C562a77a7ae22fe1bb05561dfP1、technical-solution:C562a77a7ae22fe1bb05561dfP2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实施条件与技术方案的描述采用分阶段核对方式，先确认现状和边界，再记录实施条件，最终由人工审核决定是否进入后续交付。技术方案的本节主题为实施条件与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实施条件与技术方案的描述采用分阶段核对方式，先确认现状和边界，再记录实施条件，最终由人工审核决定是否进入后续交付。技术方案的本节主题为实施条件与技术方案。按准备、并行验证、分步迁移和回退确认实施；最终IP和运维责任人确认前不得进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内容块：technical-solution:C562a77a7ae22fe1bb05561dfP3、technical-solution:C562a77a7ae22fe1bb05561dfP4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实施条件与技术方案的描述采用分阶段核对方式，先确认现状和边界，再记录实施条件，最终由人工审核决定是否进入后续交付。技术方案的本节主题为实施条件与技术方案。按准备、并行验证、分步迁移和回退确认实施；最终IP和运维责任人确认前不得进入正式切换。围绕实施条件与技术方案展开时，需要把输入事实、方案推断和待确认</a:t>
            </a:r>
          </a:p>
          <a:p/>
          <a:p>
            <a:r>
              <a:rPr sz="1900">
                <a:solidFill>
                  <a:srgbClr val="172B4D"/>
                </a:solidFill>
              </a:rPr>
              <a:t>技术方案的本节主题为风险与控制。日志留存口径冲突会影响存储配置和验收，必须在正式实施前统一。围绕风险与控制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每项建议属于待审核的方案推断，只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内容块：technical-solution:C562a77a7ae22fe1bb05561dfP5、technical-solution:C37c48e35b50ae9c90981b34bP1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风险与控制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风险与控制的描述采用分阶段核对方式，先确认现状和边界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风险与控制的描述采用分阶段核对方式，先确认现状和边界，再记录实施条件，最终由人工审核决定是否进入后续交付。技术方案的本节主题为风险与控制。日志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内容块：technical-solution:C37c48e35b50ae9c90981b34bP2、technical-solution:C37c48e35b50ae9c90981b34bP3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风险与控制的描述采用分阶段核对方式，先确认现状和边界，再记录实施条件，最终由人工审核决定是否进入后续交付。技术方案的本节主题为风险与控制。日志留存口径冲突会影响存储配置和验收，必须在正式实施前统一。围绕风险与控制展开时，需要把输入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风险与控制的描述采用分阶段核对方式，先确认现状和边界，再记录实施条件，最终由人工审核决定是否进入后续交付。技术方案的本节主题为风险与控制。日志留存口径冲突会影响存储配置和验收，必须在正式实施前统一。围绕风险与控制展开时，需要把输入事实、方案推断和待确认事项分开记录，并保持每一项结论可以回到来源资料。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内容块：technical-solution:C37c48e35b50ae9c90981b34bP4、technical-solution:C37c48e35b50ae9c90981b34bP5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12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风险与控制的描述采用分阶段核对方式，先确认现状和边界，再记录实施条件，最终由人工审核决定是否进入后续交付。技术方案的本节主题为风险与控制。日志留存口径冲突会影响存储配置和验收，必须在正式实施前统一。围绕风险与控制展开时，需要把输入事实、方案推断和待确认事项分开记录，并保持每一项结论可以回到来源资料。本段保留回退、验证和责任确认要求，避免把压力验收文字当作正式施工指令。日志留存</a:t>
            </a:r>
          </a:p>
          <a:p/>
          <a:p>
            <a:r>
              <a:rPr sz="1900">
                <a:solidFill>
                  <a:srgbClr val="172B4D"/>
                </a:solidFill>
              </a:rPr>
              <a:t>技术方案的本节主题为经济资料边界。技术方案不承担经济结论；当前未取得经核实的成本或收益依据。围绕经济资料边界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每项建议属于待审核的方案推断，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内容块：technical-solution:C37c48e35b50ae9c90981b34bP6、technical-solution:C5e9ad751b5e6102bb17b687eP1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经济资料边界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经济资料边界的描述采用分阶段核对方式，先确认现状和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经济资料边界的描述采用分阶段核对方式，先确认现状和边界，再记录实施条件，最终由人工审核决定是否进入后续交付。技术方案的本节主题为经济资料边界。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内容块：technical-solution:C5e9ad751b5e6102bb17b687eP2、technical-solution:C5e9ad751b5e6102bb17b687eP3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经济资料边界的描述采用分阶段核对方式，先确认现状和边界，再记录实施条件，最终由人工审核决定是否进入后续交付。技术方案的本节主题为经济资料边界。技术方案不承担经济结论；当前未取得经核实的成本或收益依据。围绕经济资料边界展开时，需要把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经济资料边界的描述采用分阶段核对方式，先确认现状和边界，再记录实施条件，最终由人工审核决定是否进入后续交付。技术方案的本节主题为经济资料边界。技术方案不承担经济结论；当前未取得经核实的成本或收益依据。围绕经济资料边界展开时，需要把输入事实、方案推断和待确认事项分开记录，并保持每一项结论可以回到来源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内容块：technical-solution:C5e9ad751b5e6102bb17b687eP4、technical-solution:C5e9ad751b5e6102bb17b687eP5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15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经济资料边界的描述采用分阶段核对方式，先确认现状和边界，再记录实施条件，最终由人工审核决定是否进入后续交付。技术方案的本节主题为经济资料边界。技术方案不承担经济结论；当前未取得经核实的成本或收益依据。围绕经济资料边界展开时，需要把输入事实、方案推断和待确认事项分开记录，并保持每一项结论可以回到来源资料。本段保留回退、验证和责任确认要求，避免把压力验收文字当作正式施工指令。日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内容块：technical-solution:C5e9ad751b5e6102bb17b687eP6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SHA256=02adf83ee8c7e183df74a423a946d7d128e6acf795c0857964e856031c6984f9</a:t>
            </a:r>
          </a:p>
          <a:p>
            <a:r>
              <a:rPr sz="1000">
                <a:solidFill>
                  <a:srgbClr val="46505F"/>
                </a:solidFill>
              </a:rPr>
              <a:t>第 16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</a:t>
            </a:r>
          </a:p>
          <a:p/>
          <a:p>
            <a:r>
              <a:rPr sz="1900">
                <a:solidFill>
                  <a:srgbClr val="172B4D"/>
                </a:solidFill>
              </a:rPr>
              <a:t>围绕现状与建设必要性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现状与建设必要性的描述采用分阶段核对方式，先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内容块：feasibility:Cb6451cc6dd815a950de3dcc4P1、feasibility:Cb6451cc6dd815a950de3dcc4P2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17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现状与建设必要性的描述采用分阶段核对方式，先确认现状和边界，再记录实施条件，最终由人工审核决定是否进入后续交付。可行性研究报告的本节主题为现状与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现状与建设必要性的描述采用分阶段核对方式，先确认现状和边界，再记录实施条件，最终由人工审核决定是否进入后续交付。可行性研究报告的本节主题为现状与建设必要性。统一接入控制和审计追溯具有建设必要性；该判断仅基于已提供的控制目标，不扩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内容块：feasibility:Cb6451cc6dd815a950de3dcc4P3、feasibility:Cb6451cc6dd815a950de3dcc4P4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18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现状与建设必要性的描述采用分阶段核对方式，先确认现状和边界，再记录实施条件，最终由人工审核决定是否进入后续交付。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</a:t>
            </a:r>
          </a:p>
          <a:p/>
          <a:p>
            <a:r>
              <a:rPr sz="1900">
                <a:solidFill>
                  <a:srgbClr val="172B4D"/>
                </a:solidFill>
              </a:rPr>
              <a:t>对现状与建设必要性的描述采用分阶段核对方式，先确认现状和边界，再记录实施条件，最终由人工审核决定是否进入后续交付。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事项分开记录，并保持每一项结论可以回到来源资料。本段保留回退、验证和责任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内容块：feasibility:Cb6451cc6dd815a950de3dcc4P5、feasibility:Cb6451cc6dd815a950de3dcc4P6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19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现状与建设必要性。统一接入控制和审计追溯具有建设必要性；该判断仅基于已提供的控制目标，不扩大为收益结论。围绕现状与建设必要性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内容块：feasibility:Cb6451cc6dd815a950de3dcc4P7、feasibility:C8a1eb106427026fd9f7daef2P1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20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备选技术路线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备选技术路线的描述采用分阶段核对方式，先确认现状和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备选技术路线的描述采用分阶段核对方式，先确认现状和边界，再记录实施条件，最终由人工审核决定是否进入后续交付。可行性研究报告的本节主题为备选技术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内容块：feasibility:C8a1eb106427026fd9f7daef2P2、feasibility:C8a1eb106427026fd9f7daef2P3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21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备选技术路线的描述采用分阶段核对方式，先确认现状和边界，再记录实施条件，最终由人工审核决定是否进入后续交付。可行性研究报告的本节主题为备选技术路线。比较旁挂并行验证与直接切换两种路线。前者回退条件较清晰，后者实施更集中；最终选择待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备选技术路线的描述采用分阶段核对方式，先确认现状和边界，再记录实施条件，最终由人工审核决定是否进入后续交付。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内容块：feasibility:C8a1eb106427026fd9f7daef2P4、feasibility:C8a1eb106427026fd9f7daef2P5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备选技术路线的描述采用分阶段核对方式，先确认现状和边界，再记录实施条件，最终由人工审核决定是否进入后续交付。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开记录，并保持每一项结论可以回到来源资料。本段保留回退、验证和责任确认要求，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备选技术路线。比较旁挂并行验证与直接切换两种路线。前者回退条件较清晰，后者实施更集中；最终选择待人工确认。围绕备选技术路线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内容块：feasibility:C8a1eb106427026fd9f7daef2P6、feasibility:C8a1eb106427026fd9f7daef2P7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实施条件与技术方案。可实施条件包括双链路、明确窗口和允许并行验证；未满足条件包括责任人、最终IP与留存口径确认。围绕实施条件与技术方案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</a:t>
            </a:r>
          </a:p>
          <a:p/>
          <a:p>
            <a:r>
              <a:rPr sz="1900">
                <a:solidFill>
                  <a:srgbClr val="172B4D"/>
                </a:solidFill>
              </a:rPr>
              <a:t>围绕实施条件与技术方案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实施条件与技术方案的描述采用分阶段核对方式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内容块：feasibility:C562a77a7ae22fe1bb05561dfP1、feasibility:C562a77a7ae22fe1bb05561dfP2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24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实施条件与技术方案的描述采用分阶段核对方式，先确认现状和边界，再记录实施条件，最终由人工审核决定是否进入后续交付。可行性研究报告的本节主题为实施</a:t>
            </a:r>
          </a:p>
          <a:p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实施条件与技术方案的描述采用分阶段核对方式，先确认现状和边界，再记录实施条件，最终由人工审核决定是否进入后续交付。可行性研究报告的本节主题为实施条件与技术方案。可实施条件包括双链路、明确窗口和允许并行验证；未满足条件包括责任人、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内容块：feasibility:C562a77a7ae22fe1bb05561dfP3、feasibility:C562a77a7ae22fe1bb05561dfP4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25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实施条件与技术方案的描述采用分阶段核对方式，先确认现状和边界，再记录实施条件，最终由人工审核决定是否进入后续交付。可行性研究报告的本节主题为实施条件与技术方案。可实施条件包括双链路、明确窗口和允许并行验证；未满足条件包括责任人、最终IP与留存口径确认。围绕实施条件与技术方案展开时，需要把输入事实、方案</a:t>
            </a:r>
          </a:p>
          <a:p/>
          <a:p>
            <a:r>
              <a:rPr sz="1900">
                <a:solidFill>
                  <a:srgbClr val="172B4D"/>
                </a:solidFill>
              </a:rPr>
              <a:t>对实施条件与技术方案的描述采用分阶段核对方式，先确认现状和边界，再记录实施条件，最终由人工审核决定是否进入后续交付。可行性研究报告的本节主题为实施条件与技术方案。可实施条件包括双链路、明确窗口和允许并行验证；未满足条件包括责任人、最终IP与留存口径确认。围绕实施条件与技术方案展开时，需要把输入事实、方案推断和待确认事项分开记录，并保持每一项结论可以回到来源资料。本段保留回退、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内容块：feasibility:C562a77a7ae22fe1bb05561dfP5、feasibility:C562a77a7ae22fe1bb05561dfP6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26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可行性研究报告的本节主题为实施条件与技术方案。可实施条件包括双链路、明确窗口和允许并行验证；未满足条件包括责任人、最终IP与留存口径确认。围绕实施条件与技术方案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每项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内容块：feasibility:C562a77a7ae22fe1bb05561dfP7、feasibility:C37c48e35b50ae9c90981b34bP1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27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风险与控制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风险与控制的描述采用分阶段核对方式，先确认现状和边界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风险与控制的描述采用分阶段核对方式，先确认现状和边界，再记录实施条件，最终由人工审核决定是否进入后续交付。可行性研究报告的本节主题为风险与控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内容块：feasibility:C37c48e35b50ae9c90981b34bP2、feasibility:C37c48e35b50ae9c90981b34bP3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28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风险与控制的描述采用分阶段核对方式，先确认现状和边界，再记录实施条件，最终由人工审核决定是否进入后续交付。可行性研究报告的本节主题为风险与控制。主要风险为切换中断、配置口径不一致和责任边界缺失；以分步验证、回退和人工确认控制。围绕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风险与控制的描述采用分阶段核对方式，先确认现状和边界，再记录实施条件，最终由人工审核决定是否进入后续交付。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内容块：feasibility:C37c48e35b50ae9c90981b34bP4、feasibility:C37c48e35b50ae9c90981b34bP5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29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风险与控制的描述采用分阶段核对方式，先确认现状和边界，再记录实施条件，最终由人工审核决定是否进入后续交付。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一项结论可以回到来源资料。本段保留回退、验证和责任确认要求，避免把压力验收文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风险与控制。主要风险为切换中断、配置口径不一致和责任边界缺失；以分步验证、回退和人工确认控制。围绕风险与控制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。每项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内容块：feasibility:C37c48e35b50ae9c90981b34bP6、feasibility:C37c48e35b50ae9c90981b34bP7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30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风险与控制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风险与控制的描述采用分阶段核对方式，先确认现状和边界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内容块：feasibility:C37c48e35b50ae9c90981b34bP8、feasibility:C5e9ad751b5e6102bb17b687eP1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31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经济资料边界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经济资料边界的描述采用分阶段核对方式，先确认现状和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每项建议属于待审核的方案推断，只有来源事实、约束条件和人工决定共同满足后才能执行。所有设备名称和数量均以输入清单为准，不新增未提供的设备、规格、地址或责任人。对经济资料边界的描述采用分阶段核对方式，先确认现状和边界，再记录实施条件，最终由人工审核决定是否进入后续交付。可行性研究报告的本节主题为经济资料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内容块：feasibility:C5e9ad751b5e6102bb17b687eP2、feasibility:C5e9ad751b5e6102bb17b687eP3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本段保留回退、验证和责任确认要求，避免把压力验收文字当作正式施工指令。日志留存口径仍存在冲突，正文只描述待确认事项，不将任一口径写成已经批准的结论。对经济资料边界的描述采用分阶段核对方式，先确认现状和边界，再记录实施条件，最终由人工审核决定是否进入后续交付。可行性研究报告的本节主题为经济资料边界。当前没有经核实的建设成本、运维成本或收益数据，因此不形成投资回报、成本节约或收益结</a:t>
            </a:r>
          </a:p>
          <a:p/>
          <a:p>
            <a:r>
              <a:rPr sz="1900">
                <a:solidFill>
                  <a:srgbClr val="172B4D"/>
                </a:solidFill>
              </a:rPr>
              <a:t>建设成本、运维成本和收益资料尚未提供，因此本段不形成投资回报或成本节约判断。对经济资料边界的描述采用分阶段核对方式，先确认现状和边界，再记录实施条件，最终由人工审核决定是否进入后续交付。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内容块：feasibility:C5e9ad751b5e6102bb17b687eP4、feasibility:C5e9ad751b5e6102bb17b687eP5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33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对经济资料边界的描述采用分阶段核对方式，先确认现状和边界，再记录实施条件，最终由人工审核决定是否进入后续交付。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，并保持每一项结论可以回到来源资料。本段保留回退、验证和责任确认要求，避免把</a:t>
            </a:r>
          </a:p>
          <a:p/>
          <a:p>
            <a:r>
              <a:rPr sz="1900">
                <a:solidFill>
                  <a:srgbClr val="172B4D"/>
                </a:solidFill>
              </a:rPr>
              <a:t>可行性研究报告的本节主题为经济资料边界。当前没有经核实的建设成本、运维成本或收益数据，因此不形成投资回报、成本节约或收益结论。围绕经济资料边界展开时，需要把输入事实、方案推断和待确认事项分开记录，并保持每一项结论可以回到来源资料。所有设备名称和数量均以输入清单为准，不新增未提供的设备、规格、地址或责任人。建设成本、运维成本和收益资料尚未提供，因此本段不形成投资回报或成本节约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内容块：feasibility:C5e9ad751b5e6102bb17b687eP6、feasibility:C5e9ad751b5e6102bb17b687eP7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34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围绕经济资料边界展开时，需要把输入事实、方案推断和待确认事项分开记录，并保持每一项结论可以回到来源资料。日志留存口径仍存在冲突，正文只描述待确认事项，不将任一口径写成已经批准的结论。实施窗口和双链路条件来自项目背景，具体切换步骤仍须由项目负责人结合现场核对。本段保留回退、验证和责任确认要求，避免把压力验收文字当作正式施工指令。对经济资料边界的描述采用分阶段核对方式，先确认现状和</a:t>
            </a:r>
          </a:p>
          <a:p/>
          <a:p>
            <a:r>
              <a:rPr sz="19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内容块：feasibility:C5e9ad751b5e6102bb17b687eP8、feasibility:INPUT_ITEM1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35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SHA256=5320c40456e7651d4e76e2ba918c691d69b62e1637bb778750312d2c22e32396</a:t>
            </a:r>
          </a:p>
          <a:p>
            <a:r>
              <a:rPr sz="1000">
                <a:solidFill>
                  <a:srgbClr val="46505F"/>
                </a:solidFill>
              </a:rPr>
              <a:t>第 36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19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19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19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37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