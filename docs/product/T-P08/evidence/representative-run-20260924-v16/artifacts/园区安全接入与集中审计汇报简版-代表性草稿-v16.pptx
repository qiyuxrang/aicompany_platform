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SHA256=7f34b8e58023886f61da4f8ff0f1e31ed84acd2a51c1dc4874053df401c98543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SHA256=2c95eb57e42223a7ab927863e5905ddb25b39494958632fb72c9457c6a236b49 | approval=fbad0a0e-c63a-4346-9dfc-2a12476e3e44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SHA256=446e23b47b2b972cfab18007f057c9dab974f70c38c90a7f8ec076eb6c335723 | approval=0e02db65-165d-40b0-be62-b9af19ff03a7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SHA256=2c95eb57e42223a7ab927863e5905ddb25b39494958632fb72c9457c6a236b49 | approval=fbad0a0e-c63a-4346-9dfc-2a12476e3e44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SHA256=2c95eb57e42223a7ab927863e5905ddb25b39494958632fb72c9457c6a236b49 | approval=fbad0a0e-c63a-4346-9dfc-2a12476e3e44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SHA256=446e23b47b2b972cfab18007f057c9dab974f70c38c90a7f8ec076eb6c335723 | approval=0e02db65-165d-40b0-be62-b9af19ff03a7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SHA256=446e23b47b2b972cfab18007f057c9dab974f70c38c90a7f8ec076eb6c335723 | approval=0e02db65-165d-40b0-be62-b9af19ff03a7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SHA256=446e23b47b2b972cfab18007f057c9dab974f70c38c90a7f8ec076eb6c335723 | approval=0e02db65-165d-40b0-be62-b9af19ff03a7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