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园区安全接入与集中审计三件套（代表性草稿）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待人工审核草稿</a:t>
            </a:r>
          </a:p>
          <a:p>
            <a:r>
              <a:rPr sz="2100">
                <a:solidFill>
                  <a:srgbClr val="172B4D"/>
                </a:solidFill>
              </a:rPr>
              <a:t>简版内容草稿引擎；非 PPT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Pair SHA256=6f075be6136813bc0e7965ea04667731397c240f61c89da260972844fca5a24f</a:t>
            </a:r>
          </a:p>
          <a:p>
            <a:r>
              <a:rPr sz="1000">
                <a:solidFill>
                  <a:srgbClr val="46505F"/>
                </a:solidFill>
              </a:rPr>
              <a:t>technical-solution v1 | SHA256=9a3cbf047ea1206dbbb10f5874df66e80620d027ff98589dbbcebfadff194a71 | approval=0111fe07-1381-4b74-b39d-d7101afba5d1</a:t>
            </a:r>
          </a:p>
          <a:p>
            <a:r>
              <a:rPr sz="1000">
                <a:solidFill>
                  <a:srgbClr val="46505F"/>
                </a:solidFill>
              </a:rPr>
              <a:t>feasibility v1 | SHA256=e4cce4d1a5301c78a5eac804c6a30ee467912e71e598ca3dff07a87bdefdd2e3 | approval=7de32dfc-2720-444f-854b-4a31b1ae61a0</a:t>
            </a:r>
          </a:p>
          <a:p>
            <a:r>
              <a:rPr sz="1000">
                <a:solidFill>
                  <a:srgbClr val="46505F"/>
                </a:solidFill>
              </a:rPr>
              <a:t>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现网双链路需要统一远程接入控制与集中审计，设备事实范围为2台网关和1套审计节点。</a:t>
            </a:r>
          </a:p>
          <a:p/>
          <a:p>
            <a:r>
              <a:rPr sz="2100">
                <a:solidFill>
                  <a:srgbClr val="172B4D"/>
                </a:solidFill>
              </a:rPr>
              <a:t>技术路线A为现网旁挂并行验证，路线B为窗口内直接切换；建议A属于工程推断，须人工确认。</a:t>
            </a:r>
          </a:p>
          <a:p/>
          <a:p>
            <a:r>
              <a:rPr sz="2100">
                <a:solidFill>
                  <a:srgbClr val="172B4D"/>
                </a:solidFill>
              </a:rPr>
              <a:t>按准备、并行验证、分步迁移和回退确认实施；最终IP和运维责任人确认前不得进入正式切换。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内容块：technical-solution:Cb6451cc6dd815a950de3dcc4P1、technical-solution:C8a1eb106427026fd9f7daef2P1、technical-solution:C562a77a7ae22fe1bb05561dfP1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SHA256=9a3cbf047ea1206dbbb10f5874df66e80620d027ff98589dbbcebfadff194a71 | approval=0111fe07-1381-4b74-b39d-d7101afba5d1</a:t>
            </a:r>
          </a:p>
          <a:p>
            <a:r>
              <a:rPr sz="1000">
                <a:solidFill>
                  <a:srgbClr val="46505F"/>
                </a:solidFill>
              </a:rPr>
              <a:t>第 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日志留存口径冲突会影响存储配置和验收，必须在正式实施前统一。</a:t>
            </a:r>
          </a:p>
          <a:p/>
          <a:p>
            <a:r>
              <a:rPr sz="2100">
                <a:solidFill>
                  <a:srgbClr val="172B4D"/>
                </a:solidFill>
              </a:rPr>
              <a:t>技术方案不承担经济结论；当前未取得经核实的成本或收益依据。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内容块：technical-solution:C37c48e35b50ae9c90981b34bP1、technical-solution:C5e9ad751b5e6102bb17b687eP1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SHA256=9a3cbf047ea1206dbbb10f5874df66e80620d027ff98589dbbcebfadff194a71 | approval=0111fe07-1381-4b74-b39d-d7101afba5d1</a:t>
            </a:r>
          </a:p>
          <a:p>
            <a:r>
              <a:rPr sz="1000">
                <a:solidFill>
                  <a:srgbClr val="46505F"/>
                </a:solidFill>
              </a:rPr>
              <a:t>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统一接入控制和审计追溯具有建设必要性；该判断仅基于已提供的控制目标，不扩大为收益结论。</a:t>
            </a:r>
          </a:p>
          <a:p/>
          <a:p>
            <a:r>
              <a:rPr sz="2100">
                <a:solidFill>
                  <a:srgbClr val="172B4D"/>
                </a:solidFill>
              </a:rPr>
              <a:t>比较旁挂并行验证与直接切换两种路线。前者回退条件较清晰，后者实施更集中；最终选择待人工确认。</a:t>
            </a:r>
          </a:p>
          <a:p/>
          <a:p>
            <a:r>
              <a:rPr sz="2100">
                <a:solidFill>
                  <a:srgbClr val="172B4D"/>
                </a:solidFill>
              </a:rPr>
              <a:t>可实施条件包括双链路、明确窗口和允许并行验证；未满足条件包括责任人、最终IP与留存口径确认。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内容块：feasibility:Cb6451cc6dd815a950de3dcc4P1、feasibility:C8a1eb106427026fd9f7daef2P1、feasibility:C562a77a7ae22fe1bb05561dfP1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SHA256=e4cce4d1a5301c78a5eac804c6a30ee467912e71e598ca3dff07a87bdefdd2e3 | approval=7de32dfc-2720-444f-854b-4a31b1ae61a0</a:t>
            </a:r>
          </a:p>
          <a:p>
            <a:r>
              <a:rPr sz="1000">
                <a:solidFill>
                  <a:srgbClr val="46505F"/>
                </a:solidFill>
              </a:rPr>
              <a:t>第 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主要风险为切换中断、配置口径不一致和责任边界缺失；以分步验证、回退和人工确认控制。</a:t>
            </a:r>
          </a:p>
          <a:p/>
          <a:p>
            <a:r>
              <a:rPr sz="2100">
                <a:solidFill>
                  <a:srgbClr val="172B4D"/>
                </a:solidFill>
              </a:rPr>
              <a:t>当前没有经核实的建设成本、运维成本或收益数据，因此不形成投资回报、成本节约或收益结论。</a:t>
            </a:r>
          </a:p>
          <a:p/>
          <a:p>
            <a:r>
              <a:rPr sz="2100">
                <a:solidFill>
                  <a:srgbClr val="172B4D"/>
                </a:solidFill>
              </a:rPr>
              <a:t>输入清单（待核）：安全接入网关，数量 2 台；原行号 r-001；来源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内容块：feasibility:C37c48e35b50ae9c90981b34bP1、feasibility:C5e9ad751b5e6102bb17b687eP1、feasibility:INPUT_ITEM1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SHA256=e4cce4d1a5301c78a5eac804c6a30ee467912e71e598ca3dff07a87bdefdd2e3 | approval=7de32dfc-2720-444f-854b-4a31b1ae61a0</a:t>
            </a:r>
          </a:p>
          <a:p>
            <a:r>
              <a:rPr sz="1000">
                <a:solidFill>
                  <a:srgbClr val="46505F"/>
                </a:solidFill>
              </a:rPr>
              <a:t>第 5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输入清单（待核）：集中审计节点，数量 1 套；原行号 r-002；来源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内容块：feasibility:INPUT_ITEM2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SHA256=e4cce4d1a5301c78a5eac804c6a30ee467912e71e598ca3dff07a87bdefdd2e3 | approval=7de32dfc-2720-444f-854b-4a31b1ae61a0</a:t>
            </a:r>
          </a:p>
          <a:p>
            <a:r>
              <a:rPr sz="1000">
                <a:solidFill>
                  <a:srgbClr val="46505F"/>
                </a:solidFill>
              </a:rPr>
              <a:t>第 6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• 正式模板与样例、内容及格式批准尚未完成；本件始终为待核草稿。</a:t>
            </a:r>
          </a:p>
          <a:p>
            <a:r>
              <a:rPr sz="2100">
                <a:solidFill>
                  <a:srgbClr val="172B4D"/>
                </a:solidFill>
              </a:rPr>
              <a:t>• 运维责任人、最终IP地址、建设成本、运维成本和收益依据待确认</a:t>
            </a:r>
          </a:p>
          <a:p>
            <a:r>
              <a:rPr sz="2100">
                <a:solidFill>
                  <a:srgbClr val="172B4D"/>
                </a:solidFill>
              </a:rPr>
              <a:t>• 日志留存180天与不少于6个月的口径待统一</a:t>
            </a:r>
          </a:p>
          <a:p>
            <a:r>
              <a:rPr sz="2100">
                <a:solidFill>
                  <a:srgbClr val="172B4D"/>
                </a:solidFill>
              </a:rPr>
              <a:t>• 未提供经核实的成本与收益依据，不形成经济成本、收益或回报结论。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待确认块：technical-solution:PEND1、feasibility:PEND1、technical-solution:PEND2、feasibility:PEND3、technical-solution:PEND3、feasibility:PEND4、feasibility:PEND2</a:t>
            </a:r>
          </a:p>
          <a:p>
            <a:r>
              <a:rPr sz="1000">
                <a:solidFill>
                  <a:srgbClr val="46505F"/>
                </a:solidFill>
              </a:rPr>
              <a:t>第 7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