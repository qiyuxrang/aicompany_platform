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SHA256=906e0b96fd61f039053d7a01c0b8135014c949e7012919a8e05aaec19774147d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SHA256=81fbe22ac6db551603fea99db319df750eb611853e42c5a6703b98467a395b17 | approval=0ea71bee-ff43-4fa2-aafc-9a6c0cb2d870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SHA256=03d425d2fd6d3a9c82c9dff0b2ebc1f0f6dc6518bc62f764eb6e29969cb6be1a | approval=12411653-4349-45d9-b5c0-44443b756c3d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SHA256=81fbe22ac6db551603fea99db319df750eb611853e42c5a6703b98467a395b17 | approval=0ea71bee-ff43-4fa2-aafc-9a6c0cb2d870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SHA256=81fbe22ac6db551603fea99db319df750eb611853e42c5a6703b98467a395b17 | approval=0ea71bee-ff43-4fa2-aafc-9a6c0cb2d870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SHA256=03d425d2fd6d3a9c82c9dff0b2ebc1f0f6dc6518bc62f764eb6e29969cb6be1a | approval=12411653-4349-45d9-b5c0-44443b756c3d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SHA256=03d425d2fd6d3a9c82c9dff0b2ebc1f0f6dc6518bc62f764eb6e29969cb6be1a | approval=12411653-4349-45d9-b5c0-44443b756c3d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SHA256=03d425d2fd6d3a9c82c9dff0b2ebc1f0f6dc6518bc62f764eb6e29969cb6be1a | approval=12411653-4349-45d9-b5c0-44443b756c3d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