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SHA256=5fc97e0efcaa6ccf138b93c9adc784052d31acf4051c0798022012c95559fc1b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SHA256=5f682addbc8539f0b2bb25db3d887bc4d559d85f333b3c333a48ad1fc0a76865 | approval=e203035e-8f8c-4753-81da-46614a6c2ebb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SHA256=5678ad6722b25ddcf64c87ac2611449b54af65c03efe289f4bee8c1f7be8b0bf | approval=b16417e9-315b-4b65-9b93-217aec539fb0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SHA256=5f682addbc8539f0b2bb25db3d887bc4d559d85f333b3c333a48ad1fc0a76865 | approval=e203035e-8f8c-4753-81da-46614a6c2ebb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SHA256=5f682addbc8539f0b2bb25db3d887bc4d559d85f333b3c333a48ad1fc0a76865 | approval=e203035e-8f8c-4753-81da-46614a6c2ebb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SHA256=5678ad6722b25ddcf64c87ac2611449b54af65c03efe289f4bee8c1f7be8b0bf | approval=b16417e9-315b-4b65-9b93-217aec539fb0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SHA256=5678ad6722b25ddcf64c87ac2611449b54af65c03efe289f4bee8c1f7be8b0bf | approval=b16417e9-315b-4b65-9b93-217aec539fb0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SHA256=5678ad6722b25ddcf64c87ac2611449b54af65c03efe289f4bee8c1f7be8b0bf | approval=b16417e9-315b-4b65-9b93-217aec539fb0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