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SHA256=2bd1e348620bb01b67376865e4545810a0ea9a93d0f6189ef21b0f8e32dba6d0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SHA256=bb372df7cb08fae553278ac6f7008aff4f0bf29018af6d7a2b51152144bf8f70 | approval=acaff8c1-f436-49de-afdb-f3c0ce65f8ae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SHA256=c25921b5a68e5d29ac0ecdf0d4055f0df3a6026cb1dfd956612d6b2dc8d0c1fb | approval=ea3b04e7-d832-4cfc-8ef0-651b5f66f98c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SHA256=bb372df7cb08fae553278ac6f7008aff4f0bf29018af6d7a2b51152144bf8f70 | approval=acaff8c1-f436-49de-afdb-f3c0ce65f8ae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SHA256=bb372df7cb08fae553278ac6f7008aff4f0bf29018af6d7a2b51152144bf8f70 | approval=acaff8c1-f436-49de-afdb-f3c0ce65f8ae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SHA256=c25921b5a68e5d29ac0ecdf0d4055f0df3a6026cb1dfd956612d6b2dc8d0c1fb | approval=ea3b04e7-d832-4cfc-8ef0-651b5f66f98c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SHA256=c25921b5a68e5d29ac0ecdf0d4055f0df3a6026cb1dfd956612d6b2dc8d0c1fb | approval=ea3b04e7-d832-4cfc-8ef0-651b5f66f98c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SHA256=c25921b5a68e5d29ac0ecdf0d4055f0df3a6026cb1dfd956612d6b2dc8d0c1fb | approval=ea3b04e7-d832-4cfc-8ef0-651b5f66f98c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