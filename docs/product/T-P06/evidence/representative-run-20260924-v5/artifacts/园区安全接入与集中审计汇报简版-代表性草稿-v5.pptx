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园区安全接入与集中审计三件套（代表性草稿） · 待人工审核草稿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172B4D"/>
                </a:solidFill>
              </a:rPr>
              <a:t>简版内容草稿引擎；非 PPT Master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978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Pair SHA256=0d9caa3b59986d061269879037d33939524b07ee09995c7a11b803747d247f04；technical-solution v1 SHA256=2a5697fd8b1ad47c0ae5e583d0cc88b4db0a121c8a7514eb69230fe153fb78c4 approval=61037afd-f6a8-4220-8f05-0150048075d1；feasibility v1 SHA256=b58fa12fd5d935262c0c500b6f9f4ace76d12deb862e2876f7b4c74e15525fd1 approval=056c7741-858c-45b8-af45-ecdfbe0d5010    第 1 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技术方案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172B4D"/>
                </a:solidFill>
              </a:rPr>
              <a:t>待核草稿：未经正式内容、格式及产品负责人批准，不得作为正式方案使用。</a:t>
            </a:r>
          </a:p>
          <a:p/>
          <a:p>
            <a:r>
              <a:rPr sz="2100">
                <a:solidFill>
                  <a:srgbClr val="172B4D"/>
                </a:solidFill>
              </a:rPr>
              <a:t>现网双链路需要统一远程接入控制与集中审计，设备事实范围为2台网关和1套审计节点。</a:t>
            </a:r>
          </a:p>
          <a:p/>
          <a:p>
            <a:r>
              <a:rPr sz="2100">
                <a:solidFill>
                  <a:srgbClr val="172B4D"/>
                </a:solidFill>
              </a:rPr>
              <a:t>技术路线A为现网旁挂并行验证，路线B为窗口内直接切换；建议A属于工程推断，须人工确认。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978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内容块：technical-solution:DRAFT_NOTICE、technical-solution:Cb6451cc6dd815a950de3dcc4P1、technical-solution:C8a1eb106427026fd9f7daef2P1</a:t>
            </a:r>
          </a:p>
          <a:p>
            <a:r>
              <a:rPr sz="1000">
                <a:solidFill>
                  <a:srgbClr val="46505F"/>
                </a:solidFill>
              </a:rPr>
              <a:t>来源版本：technical-solution v1 SHA256=2a5697fd8b1ad47c0ae5e583d0cc88b4db0a121c8a7514eb69230fe153fb78c4 approval=61037afd-f6a8-4220-8f05-0150048075d1    第 2 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技术方案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172B4D"/>
                </a:solidFill>
              </a:rPr>
              <a:t>按准备、并行验证、分步迁移和回退确认实施；最终IP和运维责任人确认前不得进入正式切换。</a:t>
            </a:r>
          </a:p>
          <a:p/>
          <a:p>
            <a:r>
              <a:rPr sz="2100">
                <a:solidFill>
                  <a:srgbClr val="172B4D"/>
                </a:solidFill>
              </a:rPr>
              <a:t>日志留存口径冲突会影响存储配置和验收，必须在正式实施前统一。</a:t>
            </a:r>
          </a:p>
          <a:p/>
          <a:p>
            <a:r>
              <a:rPr sz="2100">
                <a:solidFill>
                  <a:srgbClr val="172B4D"/>
                </a:solidFill>
              </a:rPr>
              <a:t>技术方案不承担经济结论；当前未取得经核实的成本或收益依据。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978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内容块：technical-solution:C562a77a7ae22fe1bb05561dfP1、technical-solution:C37c48e35b50ae9c90981b34bP1、technical-solution:C5e9ad751b5e6102bb17b687eP1</a:t>
            </a:r>
          </a:p>
          <a:p>
            <a:r>
              <a:rPr sz="1000">
                <a:solidFill>
                  <a:srgbClr val="46505F"/>
                </a:solidFill>
              </a:rPr>
              <a:t>来源版本：technical-solution v1 SHA256=2a5697fd8b1ad47c0ae5e583d0cc88b4db0a121c8a7514eb69230fe153fb78c4 approval=61037afd-f6a8-4220-8f05-0150048075d1    第 3 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技术方案 ·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172B4D"/>
                </a:solidFill>
              </a:rPr>
              <a:t>正式模板与样例、内容及格式批准尚未完成；本件始终为待核草稿。</a:t>
            </a:r>
          </a:p>
          <a:p/>
          <a:p>
            <a:r>
              <a:rPr sz="2100">
                <a:solidFill>
                  <a:srgbClr val="172B4D"/>
                </a:solidFill>
              </a:rPr>
              <a:t>运维责任人、最终IP地址、建设成本、运维成本和收益依据待确认</a:t>
            </a:r>
          </a:p>
          <a:p/>
          <a:p>
            <a:r>
              <a:rPr sz="2100">
                <a:solidFill>
                  <a:srgbClr val="172B4D"/>
                </a:solidFill>
              </a:rPr>
              <a:t>日志留存180天与不少于6个月的口径待统一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978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内容块：technical-solution:PENDING_TEXT1、technical-solution:PENDING_TEXT2、technical-solution:PENDING_TEXT3</a:t>
            </a:r>
          </a:p>
          <a:p>
            <a:r>
              <a:rPr sz="1000">
                <a:solidFill>
                  <a:srgbClr val="46505F"/>
                </a:solidFill>
              </a:rPr>
              <a:t>来源版本：technical-solution v1 SHA256=2a5697fd8b1ad47c0ae5e583d0cc88b4db0a121c8a7514eb69230fe153fb78c4 approval=61037afd-f6a8-4220-8f05-0150048075d1    第 4 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可行性研究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172B4D"/>
                </a:solidFill>
              </a:rPr>
              <a:t>待核草稿：未经正式内容、格式及产品负责人批准，不得作为正式方案使用。</a:t>
            </a:r>
          </a:p>
          <a:p/>
          <a:p>
            <a:r>
              <a:rPr sz="2100">
                <a:solidFill>
                  <a:srgbClr val="172B4D"/>
                </a:solidFill>
              </a:rPr>
              <a:t>统一接入控制和审计追溯具有建设必要性；该判断仅基于已提供的控制目标，不扩大为收益结论。</a:t>
            </a:r>
          </a:p>
          <a:p/>
          <a:p>
            <a:r>
              <a:rPr sz="2100">
                <a:solidFill>
                  <a:srgbClr val="172B4D"/>
                </a:solidFill>
              </a:rPr>
              <a:t>比较旁挂并行验证与直接切换两种路线。前者回退条件较清晰，后者实施更集中；最终选择待人工确认。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978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内容块：feasibility:DRAFT_NOTICE、feasibility:Cb6451cc6dd815a950de3dcc4P1、feasibility:C8a1eb106427026fd9f7daef2P1</a:t>
            </a:r>
          </a:p>
          <a:p>
            <a:r>
              <a:rPr sz="1000">
                <a:solidFill>
                  <a:srgbClr val="46505F"/>
                </a:solidFill>
              </a:rPr>
              <a:t>来源版本：feasibility v1 SHA256=b58fa12fd5d935262c0c500b6f9f4ace76d12deb862e2876f7b4c74e15525fd1 approval=056c7741-858c-45b8-af45-ecdfbe0d5010    第 5 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可行性研究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172B4D"/>
                </a:solidFill>
              </a:rPr>
              <a:t>可实施条件包括双链路、明确窗口和允许并行验证；未满足条件包括责任人、最终IP与留存口径确认。</a:t>
            </a:r>
          </a:p>
          <a:p/>
          <a:p>
            <a:r>
              <a:rPr sz="2100">
                <a:solidFill>
                  <a:srgbClr val="172B4D"/>
                </a:solidFill>
              </a:rPr>
              <a:t>主要风险为切换中断、配置口径不一致和责任边界缺失；以分步验证、回退和人工确认控制。</a:t>
            </a:r>
          </a:p>
          <a:p/>
          <a:p>
            <a:r>
              <a:rPr sz="2100">
                <a:solidFill>
                  <a:srgbClr val="172B4D"/>
                </a:solidFill>
              </a:rPr>
              <a:t>当前没有经核实的建设成本、运维成本或收益数据，因此不形成投资回报、成本节约或收益结论。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978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内容块：feasibility:C562a77a7ae22fe1bb05561dfP1、feasibility:C37c48e35b50ae9c90981b34bP1、feasibility:C5e9ad751b5e6102bb17b687eP1</a:t>
            </a:r>
          </a:p>
          <a:p>
            <a:r>
              <a:rPr sz="1000">
                <a:solidFill>
                  <a:srgbClr val="46505F"/>
                </a:solidFill>
              </a:rPr>
              <a:t>来源版本：feasibility v1 SHA256=b58fa12fd5d935262c0c500b6f9f4ace76d12deb862e2876f7b4c74e15525fd1 approval=056c7741-858c-45b8-af45-ecdfbe0d5010    第 6 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可行性研究 ·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172B4D"/>
                </a:solidFill>
              </a:rPr>
              <a:t>输入清单（待核）：安全接入网关，数量 2 台；原行号 r-001；来源 人工录入。</a:t>
            </a:r>
          </a:p>
          <a:p/>
          <a:p>
            <a:r>
              <a:rPr sz="2100">
                <a:solidFill>
                  <a:srgbClr val="172B4D"/>
                </a:solidFill>
              </a:rPr>
              <a:t>输入清单（待核）：集中审计节点，数量 1 套；原行号 r-002；来源 人工录入。</a:t>
            </a:r>
          </a:p>
          <a:p/>
          <a:p>
            <a:r>
              <a:rPr sz="2100">
                <a:solidFill>
                  <a:srgbClr val="172B4D"/>
                </a:solidFill>
              </a:rPr>
              <a:t>正式模板与样例、内容及格式批准尚未完成；本件始终为待核草稿。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978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内容块：feasibility:INPUT_ITEM1、feasibility:INPUT_ITEM2、feasibility:PENDING_TEXT1</a:t>
            </a:r>
          </a:p>
          <a:p>
            <a:r>
              <a:rPr sz="1000">
                <a:solidFill>
                  <a:srgbClr val="46505F"/>
                </a:solidFill>
              </a:rPr>
              <a:t>来源版本：feasibility v1 SHA256=b58fa12fd5d935262c0c500b6f9f4ace76d12deb862e2876f7b4c74e15525fd1 approval=056c7741-858c-45b8-af45-ecdfbe0d5010    第 7 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可行性研究 ·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172B4D"/>
                </a:solidFill>
              </a:rPr>
              <a:t>未提供经核实的成本与收益依据，不形成经济成本、收益或回报结论。</a:t>
            </a:r>
          </a:p>
          <a:p/>
          <a:p>
            <a:r>
              <a:rPr sz="2100">
                <a:solidFill>
                  <a:srgbClr val="172B4D"/>
                </a:solidFill>
              </a:rPr>
              <a:t>运维责任人、最终IP地址、建设成本、运维成本和收益依据待确认</a:t>
            </a:r>
          </a:p>
          <a:p/>
          <a:p>
            <a:r>
              <a:rPr sz="2100">
                <a:solidFill>
                  <a:srgbClr val="172B4D"/>
                </a:solidFill>
              </a:rPr>
              <a:t>日志留存180天与不少于6个月的口径待统一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978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内容块：feasibility:PENDING_TEXT2、feasibility:PENDING_TEXT3、feasibility:PENDING_TEXT4</a:t>
            </a:r>
          </a:p>
          <a:p>
            <a:r>
              <a:rPr sz="1000">
                <a:solidFill>
                  <a:srgbClr val="46505F"/>
                </a:solidFill>
              </a:rPr>
              <a:t>来源版本：feasibility v1 SHA256=b58fa12fd5d935262c0c500b6f9f4ace76d12deb862e2876f7b4c74e15525fd1 approval=056c7741-858c-45b8-af45-ecdfbe0d5010    第 8 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待确认事项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172B4D"/>
                </a:solidFill>
              </a:rPr>
              <a:t>正式模板与样例、内容及格式批准尚未完成；本件始终为待核草稿。</a:t>
            </a:r>
          </a:p>
          <a:p>
            <a:r>
              <a:rPr sz="2100">
                <a:solidFill>
                  <a:srgbClr val="172B4D"/>
                </a:solidFill>
              </a:rPr>
              <a:t>运维责任人、最终IP地址、建设成本、运维成本和收益依据待确认</a:t>
            </a:r>
          </a:p>
          <a:p>
            <a:r>
              <a:rPr sz="2100">
                <a:solidFill>
                  <a:srgbClr val="172B4D"/>
                </a:solidFill>
              </a:rPr>
              <a:t>日志留存180天与不少于6个月的口径待统一</a:t>
            </a:r>
          </a:p>
          <a:p>
            <a:r>
              <a:rPr sz="2100">
                <a:solidFill>
                  <a:srgbClr val="172B4D"/>
                </a:solidFill>
              </a:rPr>
              <a:t>正式模板与样例、内容及格式批准尚未完成；本件始终为待核草稿。</a:t>
            </a:r>
          </a:p>
          <a:p>
            <a:r>
              <a:rPr sz="2100">
                <a:solidFill>
                  <a:srgbClr val="172B4D"/>
                </a:solidFill>
              </a:rPr>
              <a:t>未提供经核实的成本与收益依据，不形成经济成本、收益或回报结论。</a:t>
            </a:r>
          </a:p>
          <a:p>
            <a:r>
              <a:rPr sz="2100">
                <a:solidFill>
                  <a:srgbClr val="172B4D"/>
                </a:solidFill>
              </a:rPr>
              <a:t>运维责任人、最终IP地址、建设成本、运维成本和收益依据待确认</a:t>
            </a:r>
          </a:p>
          <a:p>
            <a:r>
              <a:rPr sz="2100">
                <a:solidFill>
                  <a:srgbClr val="172B4D"/>
                </a:solidFill>
              </a:rPr>
              <a:t>日志留存180天与不少于6个月的口径待统一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978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来源：双报告 pending    第 9 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